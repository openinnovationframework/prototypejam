
<file path=[Content_Types].xml><?xml version="1.0" encoding="utf-8"?>
<Types xmlns="http://schemas.openxmlformats.org/package/2006/content-types">
  <Default Extension="jpg" ContentType="image/jpeg"/>
  <Default Extension="rels" ContentType="application/vnd.openxmlformats-package.relationships+xml"/>
  <Default Extension="png" ContentType="image/png"/>
  <Default Extension="xml" ContentType="applicatio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15.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19.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7.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Types>
</file>

<file path=_rels/.rels><?xml version="1.0" encoding="UTF-8" standalone="yes"?><Relationships xmlns="http://schemas.openxmlformats.org/package/2006/relationships"><Relationship Target="ppt/presentation.xml" Type="http://schemas.openxmlformats.org/officeDocument/2006/relationships/officeDocument" Id="rId1"/></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aveSubsetFonts="1" autoCompressPictures="0" strictFirstAndLastChars="0">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y="9144000" cx="6858000"/>
  <p:defaultTextStyle>
    <a:defPPr algn="l" rtl="0" marR="0">
      <a:lnSpc>
        <a:spcPct val="100000"/>
      </a:lnSpc>
      <a:spcBef>
        <a:spcPts val="0"/>
      </a:spcBef>
      <a:spcAft>
        <a:spcPts val="0"/>
      </a:spcAft>
    </a:defPPr>
    <a:lvl1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1pPr>
    <a:lvl2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2pPr>
    <a:lvl3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3pPr>
    <a:lvl4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4pPr>
    <a:lvl5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5pPr>
    <a:lvl6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6pPr>
    <a:lvl7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7pPr>
    <a:lvl8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8pPr>
    <a:lvl9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90651C3A-4460-11DB-9652-00E08161165F}"/>
</file>

<file path=ppt/_rels/presentation.xml.rels><?xml version="1.0" encoding="UTF-8" standalone="yes"?><Relationships xmlns="http://schemas.openxmlformats.org/package/2006/relationships"><Relationship Target="slides/slide14.xml" Type="http://schemas.openxmlformats.org/officeDocument/2006/relationships/slide" Id="rId19"/><Relationship Target="slides/slide13.xml" Type="http://schemas.openxmlformats.org/officeDocument/2006/relationships/slide" Id="rId18"/><Relationship Target="slides/slide12.xml" Type="http://schemas.openxmlformats.org/officeDocument/2006/relationships/slide" Id="rId17"/><Relationship Target="slides/slide11.xml" Type="http://schemas.openxmlformats.org/officeDocument/2006/relationships/slide" Id="rId16"/><Relationship Target="slides/slide10.xml" Type="http://schemas.openxmlformats.org/officeDocument/2006/relationships/slide" Id="rId15"/><Relationship Target="slides/slide9.xml" Type="http://schemas.openxmlformats.org/officeDocument/2006/relationships/slide" Id="rId14"/><Relationship Target="slides/slide7.xml" Type="http://schemas.openxmlformats.org/officeDocument/2006/relationships/slide" Id="rId12"/><Relationship Target="slides/slide8.xml" Type="http://schemas.openxmlformats.org/officeDocument/2006/relationships/slide" Id="rId13"/><Relationship Target="slides/slide5.xml" Type="http://schemas.openxmlformats.org/officeDocument/2006/relationships/slide" Id="rId10"/><Relationship Target="slides/slide6.xml" Type="http://schemas.openxmlformats.org/officeDocument/2006/relationships/slide" Id="rId11"/><Relationship Target="slides/slide20.xml" Type="http://schemas.openxmlformats.org/officeDocument/2006/relationships/slide" Id="rId25"/><Relationship Target="presProps.xml" Type="http://schemas.openxmlformats.org/officeDocument/2006/relationships/presProps" Id="rId2"/><Relationship Target="slides/slide16.xml" Type="http://schemas.openxmlformats.org/officeDocument/2006/relationships/slide" Id="rId21"/><Relationship Target="theme/theme2.xml" Type="http://schemas.openxmlformats.org/officeDocument/2006/relationships/theme" Id="rId1"/><Relationship Target="slides/slide17.xml" Type="http://schemas.openxmlformats.org/officeDocument/2006/relationships/slide" Id="rId22"/><Relationship Target="slideMasters/slideMaster1.xml" Type="http://schemas.openxmlformats.org/officeDocument/2006/relationships/slideMaster" Id="rId4"/><Relationship Target="slides/slide18.xml" Type="http://schemas.openxmlformats.org/officeDocument/2006/relationships/slide" Id="rId23"/><Relationship Target="tableStyles.xml" Type="http://schemas.openxmlformats.org/officeDocument/2006/relationships/tableStyles" Id="rId3"/><Relationship Target="slides/slide19.xml" Type="http://schemas.openxmlformats.org/officeDocument/2006/relationships/slide" Id="rId24"/><Relationship Target="slides/slide15.xml" Type="http://schemas.openxmlformats.org/officeDocument/2006/relationships/slide" Id="rId20"/><Relationship Target="slides/slide4.xml" Type="http://schemas.openxmlformats.org/officeDocument/2006/relationships/slide" Id="rId9"/><Relationship Target="slides/slide1.xml" Type="http://schemas.openxmlformats.org/officeDocument/2006/relationships/slide" Id="rId6"/><Relationship Target="notesMasters/notesMaster1.xml" Type="http://schemas.openxmlformats.org/officeDocument/2006/relationships/notesMaster" Id="rId5"/><Relationship Target="slides/slide3.xml" Type="http://schemas.openxmlformats.org/officeDocument/2006/relationships/slide" Id="rId8"/><Relationship Target="slides/slide2.xml" Type="http://schemas.openxmlformats.org/officeDocument/2006/relationships/slide" Id="rId7"/></Relationships>
</file>

<file path=ppt/notesMasters/_rels/notesMaster1.xml.rels><?xml version="1.0" encoding="UTF-8" standalone="yes"?><Relationships xmlns="http://schemas.openxmlformats.org/package/2006/relationships"><Relationship Target="../theme/theme3.xml" Type="http://schemas.openxmlformats.org/officeDocument/2006/relationships/theme" Id="rId1"/></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 name="Shape 1"/>
        <p:cNvGrpSpPr/>
        <p:nvPr/>
      </p:nvGrpSpPr>
      <p:grpSpPr>
        <a:xfrm>
          <a:off y="0" x="0"/>
          <a:ext cy="0" cx="0"/>
          <a:chOff y="0" x="0"/>
          <a:chExt cy="0" cx="0"/>
        </a:xfrm>
      </p:grpSpPr>
      <p:sp>
        <p:nvSpPr>
          <p:cNvPr id="2" name="Shape 2"/>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3" name="Shape 3"/>
          <p:cNvSpPr txBox="1"/>
          <p:nvPr>
            <p:ph idx="1" type="body"/>
          </p:nvPr>
        </p:nvSpPr>
        <p:spPr>
          <a:xfrm>
            <a:off y="4343400" x="685800"/>
            <a:ext cy="4114800" cx="5486399"/>
          </a:xfrm>
          <a:prstGeom prst="rect">
            <a:avLst/>
          </a:prstGeom>
          <a:noFill/>
          <a:ln>
            <a:noFill/>
          </a:ln>
        </p:spPr>
        <p:txBody>
          <a:bodyPr bIns="91425" rIns="91425" lIns="91425" t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p:txBody>
      </p:sp>
    </p:spTree>
  </p:cSld>
  <p:clrMap accent2="accent2" accent3="accent3" accent4="accent4" accent5="accent5" accent6="accent6" hlink="hlink" tx2="lt2" tx1="dk1" bg2="dk2" bg1="lt1" folHlink="folHlink" accent1="accent1"/>
</p:notesMaster>
</file>

<file path=ppt/notesSlides/_rels/notesSlide1.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2.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3.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4.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5.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6.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7.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8.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9.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0.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1.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2.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3.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4.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5.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6.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7.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8.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19.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_rels/notesSlide20.xml.rels><?xml version="1.0" encoding="UTF-8" standalone="yes"?><Relationships xmlns="http://schemas.openxmlformats.org/package/2006/relationships"><Relationship Target="../notesMasters/notesMaster1.xml" Type="http://schemas.openxmlformats.org/officeDocument/2006/relationships/notesMaster" Id="rId1"/></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24" name="Shape 24"/>
        <p:cNvGrpSpPr/>
        <p:nvPr/>
      </p:nvGrpSpPr>
      <p:grpSpPr>
        <a:xfrm>
          <a:off y="0" x="0"/>
          <a:ext cy="0" cx="0"/>
          <a:chOff y="0" x="0"/>
          <a:chExt cy="0" cx="0"/>
        </a:xfrm>
      </p:grpSpPr>
      <p:sp>
        <p:nvSpPr>
          <p:cNvPr id="25" name="Shape 25"/>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26" name="Shape 26"/>
          <p:cNvSpPr txBox="1"/>
          <p:nvPr>
            <p:ph idx="1" type="body"/>
          </p:nvPr>
        </p:nvSpPr>
        <p:spPr>
          <a:xfrm>
            <a:off y="4343400" x="685800"/>
            <a:ext cy="4114800" cx="5486399"/>
          </a:xfrm>
          <a:prstGeom prst="rect">
            <a:avLst/>
          </a:prstGeom>
        </p:spPr>
        <p:txBody>
          <a:bodyPr bIns="91425" rIns="91425" lIns="91425" tIns="91425" anchor="t" anchorCtr="0">
            <a:noAutofit/>
          </a:bodyPr>
          <a:lstStyle/>
          <a:p>
            <a:pPr rtl="0">
              <a:spcBef>
                <a:spcPts val="0"/>
              </a:spcBef>
              <a:buNone/>
            </a:pPr>
            <a:r>
              <a:rPr sz="1400" lang="en">
                <a:solidFill>
                  <a:schemeClr val="dk1"/>
                </a:solidFill>
              </a:rPr>
              <a:t>The following story synthesizes the different demos that we prototyped and weaves together the themes we've been exploring as ways to address the challenges that were presented by our PrototypeJam collaborator cities.</a:t>
            </a:r>
          </a:p>
          <a:p>
            <a:pPr rtl="0">
              <a:spcBef>
                <a:spcPts val="0"/>
              </a:spcBef>
              <a:buNone/>
            </a:pPr>
            <a:r>
              <a:t/>
            </a:r>
            <a:endParaRPr sz="1400">
              <a:solidFill>
                <a:schemeClr val="dk1"/>
              </a:solidFill>
            </a:endParaRPr>
          </a:p>
          <a:p>
            <a:pPr>
              <a:spcBef>
                <a:spcPts val="0"/>
              </a:spcBef>
              <a:buNone/>
            </a:pPr>
            <a:r>
              <a:rPr sz="1400" lang="en">
                <a:solidFill>
                  <a:schemeClr val="dk1"/>
                </a:solidFill>
              </a:rPr>
              <a:t>An example of a design-approach, integrating business, legal and technical frameworks for ongoing entrepreneurial support.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29" name="Shape 29"/>
        <p:cNvGrpSpPr/>
        <p:nvPr/>
      </p:nvGrpSpPr>
      <p:grpSpPr>
        <a:xfrm>
          <a:off y="0" x="0"/>
          <a:ext cy="0" cx="0"/>
          <a:chOff y="0" x="0"/>
          <a:chExt cy="0" cx="0"/>
        </a:xfrm>
      </p:grpSpPr>
      <p:sp>
        <p:nvSpPr>
          <p:cNvPr id="30" name="Shape 30"/>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31" name="Shape 31"/>
          <p:cNvSpPr txBox="1"/>
          <p:nvPr>
            <p:ph idx="1" type="body"/>
          </p:nvPr>
        </p:nvSpPr>
        <p:spPr>
          <a:xfrm>
            <a:off y="4343400" x="685800"/>
            <a:ext cy="4114800" cx="5486399"/>
          </a:xfrm>
          <a:prstGeom prst="rect">
            <a:avLst/>
          </a:prstGeom>
        </p:spPr>
        <p:txBody>
          <a:bodyPr bIns="91425" rIns="91425" lIns="91425" tIns="91425" anchor="t" anchorCtr="0">
            <a:noAutofit/>
          </a:bodyPr>
          <a:lstStyle/>
          <a:p>
            <a:pPr>
              <a:spcBef>
                <a:spcPts val="0"/>
              </a:spcBef>
              <a:buNone/>
            </a:pPr>
            <a:r>
              <a:rPr b="1" sz="1200" lang="en">
                <a:solidFill>
                  <a:schemeClr val="dk1"/>
                </a:solidFill>
              </a:rPr>
              <a:t>Caitlin is an entrepreneur seeking help starting a new venture and goes to the website of her City’s business support services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35" name="Shape 35"/>
        <p:cNvGrpSpPr/>
        <p:nvPr/>
      </p:nvGrpSpPr>
      <p:grpSpPr>
        <a:xfrm>
          <a:off y="0" x="0"/>
          <a:ext cy="0" cx="0"/>
          <a:chOff y="0" x="0"/>
          <a:chExt cy="0" cx="0"/>
        </a:xfrm>
      </p:grpSpPr>
      <p:sp>
        <p:nvSpPr>
          <p:cNvPr id="36" name="Shape 36"/>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37" name="Shape 37"/>
          <p:cNvSpPr txBox="1"/>
          <p:nvPr>
            <p:ph idx="1" type="body"/>
          </p:nvPr>
        </p:nvSpPr>
        <p:spPr>
          <a:xfrm>
            <a:off y="4343400" x="685800"/>
            <a:ext cy="4114800" cx="5486399"/>
          </a:xfrm>
          <a:prstGeom prst="rect">
            <a:avLst/>
          </a:prstGeom>
        </p:spPr>
        <p:txBody>
          <a:bodyPr bIns="91425" rIns="91425" lIns="91425" tIns="91425" anchor="t" anchorCtr="0">
            <a:noAutofit/>
          </a:bodyPr>
          <a:lstStyle/>
          <a:p>
            <a:pPr rtl="0">
              <a:spcBef>
                <a:spcPts val="0"/>
              </a:spcBef>
              <a:buNone/>
            </a:pPr>
            <a:r>
              <a:rPr b="1" sz="1400" lang="en">
                <a:solidFill>
                  <a:schemeClr val="dk1"/>
                </a:solidFill>
              </a:rPr>
              <a:t>Caitlin creates an account with the City. </a:t>
            </a:r>
          </a:p>
          <a:p>
            <a:pPr rtl="0">
              <a:spcBef>
                <a:spcPts val="0"/>
              </a:spcBef>
              <a:buNone/>
            </a:pPr>
            <a:r>
              <a:rPr b="1" sz="1400" lang="en">
                <a:solidFill>
                  <a:schemeClr val="dk1"/>
                </a:solidFill>
              </a:rPr>
              <a:t>As we’ve seen, through implementing OpenID Connect, this can lead to both</a:t>
            </a:r>
          </a:p>
          <a:p>
            <a:pPr rtl="0">
              <a:spcBef>
                <a:spcPts val="0"/>
              </a:spcBef>
              <a:buNone/>
            </a:pPr>
            <a:r>
              <a:rPr b="1" sz="1400" lang="en">
                <a:solidFill>
                  <a:schemeClr val="dk1"/>
                </a:solidFill>
              </a:rPr>
              <a:t>SIMPLIFYING and STREAMLINING interactions and</a:t>
            </a:r>
          </a:p>
          <a:p>
            <a:pPr rtl="0">
              <a:spcBef>
                <a:spcPts val="0"/>
              </a:spcBef>
              <a:buNone/>
            </a:pPr>
            <a:r>
              <a:rPr b="1" sz="1400" lang="en">
                <a:solidFill>
                  <a:schemeClr val="dk1"/>
                </a:solidFill>
              </a:rPr>
              <a:t>the formation of a lifelong, trusted relationship </a:t>
            </a:r>
          </a:p>
          <a:p>
            <a:pPr>
              <a:spcBef>
                <a:spcPts val="0"/>
              </a:spcBef>
              <a:buNone/>
            </a:pPr>
            <a:r>
              <a:rPr b="1" sz="1400" lang="en">
                <a:solidFill>
                  <a:schemeClr val="dk1"/>
                </a:solidFill>
              </a:rPr>
              <a:t>-- through protected, ongoing control of data about the business.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41" name="Shape 41"/>
        <p:cNvGrpSpPr/>
        <p:nvPr/>
      </p:nvGrpSpPr>
      <p:grpSpPr>
        <a:xfrm>
          <a:off y="0" x="0"/>
          <a:ext cy="0" cx="0"/>
          <a:chOff y="0" x="0"/>
          <a:chExt cy="0" cx="0"/>
        </a:xfrm>
      </p:grpSpPr>
      <p:sp>
        <p:nvSpPr>
          <p:cNvPr id="42" name="Shape 42"/>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43" name="Shape 43"/>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Clr>
                <a:schemeClr val="dk1"/>
              </a:buClr>
              <a:buSzPct val="78571"/>
              <a:buFont typeface="Arial"/>
              <a:buNone/>
            </a:pPr>
            <a:r>
              <a:rPr b="1" sz="1400" lang="en">
                <a:solidFill>
                  <a:schemeClr val="dk1"/>
                </a:solidFill>
              </a:rPr>
              <a:t>Intake: City collects information on the entrepreneur’s needs</a:t>
            </a:r>
          </a:p>
          <a:p>
            <a:pPr>
              <a:spcBef>
                <a:spcPts val="0"/>
              </a:spcBef>
              <a:buNone/>
            </a:pPr>
            <a:r>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48" name="Shape 48"/>
        <p:cNvGrpSpPr/>
        <p:nvPr/>
      </p:nvGrpSpPr>
      <p:grpSpPr>
        <a:xfrm>
          <a:off y="0" x="0"/>
          <a:ext cy="0" cx="0"/>
          <a:chOff y="0" x="0"/>
          <a:chExt cy="0" cx="0"/>
        </a:xfrm>
      </p:grpSpPr>
      <p:sp>
        <p:nvSpPr>
          <p:cNvPr id="49" name="Shape 49"/>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50" name="Shape 50"/>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None/>
            </a:pPr>
            <a:r>
              <a:rPr b="1" sz="1400" lang="en">
                <a:solidFill>
                  <a:schemeClr val="dk1"/>
                </a:solidFill>
              </a:rPr>
              <a:t>Intake: City collects information on the entrepreneur’s needs</a:t>
            </a:r>
          </a:p>
          <a:p>
            <a:pPr algn="ctr" rtl="0" lvl="0">
              <a:spcBef>
                <a:spcPts val="0"/>
              </a:spcBef>
              <a:buNone/>
            </a:pPr>
            <a:r>
              <a:rPr b="1" sz="1400" lang="en">
                <a:solidFill>
                  <a:schemeClr val="dk1"/>
                </a:solidFill>
              </a:rPr>
              <a:t>OpenID Connect means Caitlin does not need to fill in the same fields in multiple forms.</a:t>
            </a:r>
          </a:p>
          <a:p>
            <a:pPr algn="ctr" rtl="0" lvl="0">
              <a:spcBef>
                <a:spcPts val="0"/>
              </a:spcBef>
              <a:buClr>
                <a:schemeClr val="dk1"/>
              </a:buClr>
              <a:buSzPct val="78571"/>
              <a:buFont typeface="Arial"/>
              <a:buNone/>
            </a:pPr>
            <a:r>
              <a:rPr b="1" sz="1400" lang="en">
                <a:solidFill>
                  <a:schemeClr val="dk1"/>
                </a:solidFill>
              </a:rPr>
              <a:t>-- for additional intake forms</a:t>
            </a:r>
          </a:p>
          <a:p>
            <a:pPr rtl="0" lvl="0">
              <a:spcBef>
                <a:spcPts val="0"/>
              </a:spcBef>
              <a:buNone/>
            </a:pPr>
            <a:r>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57" name="Shape 57"/>
        <p:cNvGrpSpPr/>
        <p:nvPr/>
      </p:nvGrpSpPr>
      <p:grpSpPr>
        <a:xfrm>
          <a:off y="0" x="0"/>
          <a:ext cy="0" cx="0"/>
          <a:chOff y="0" x="0"/>
          <a:chExt cy="0" cx="0"/>
        </a:xfrm>
      </p:grpSpPr>
      <p:sp>
        <p:nvSpPr>
          <p:cNvPr id="58" name="Shape 58"/>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59" name="Shape 59"/>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None/>
            </a:pPr>
            <a:r>
              <a:rPr b="1" sz="1400" lang="en">
                <a:solidFill>
                  <a:schemeClr val="dk1"/>
                </a:solidFill>
              </a:rPr>
              <a:t>Intake: City collects information on the entrepreneur’s needs</a:t>
            </a:r>
          </a:p>
          <a:p>
            <a:pPr algn="ctr" rtl="0" lvl="0">
              <a:spcBef>
                <a:spcPts val="0"/>
              </a:spcBef>
              <a:buNone/>
            </a:pPr>
            <a:r>
              <a:rPr b="1" sz="1400" lang="en">
                <a:solidFill>
                  <a:schemeClr val="dk1"/>
                </a:solidFill>
              </a:rPr>
              <a:t>OpenID Connect means Caitlin does not need to fill in the same fields in multiple forms.</a:t>
            </a:r>
          </a:p>
          <a:p>
            <a:pPr algn="ctr" rtl="0" lvl="0">
              <a:spcBef>
                <a:spcPts val="0"/>
              </a:spcBef>
              <a:buNone/>
            </a:pPr>
            <a:r>
              <a:rPr b="1" sz="1400" lang="en">
                <a:solidFill>
                  <a:schemeClr val="dk1"/>
                </a:solidFill>
              </a:rPr>
              <a:t>-- for business permits</a:t>
            </a:r>
          </a:p>
          <a:p>
            <a:pPr rtl="0" lvl="0">
              <a:spcBef>
                <a:spcPts val="0"/>
              </a:spcBef>
              <a:buNone/>
            </a:pPr>
            <a:r>
              <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67" name="Shape 67"/>
        <p:cNvGrpSpPr/>
        <p:nvPr/>
      </p:nvGrpSpPr>
      <p:grpSpPr>
        <a:xfrm>
          <a:off y="0" x="0"/>
          <a:ext cy="0" cx="0"/>
          <a:chOff y="0" x="0"/>
          <a:chExt cy="0" cx="0"/>
        </a:xfrm>
      </p:grpSpPr>
      <p:sp>
        <p:nvSpPr>
          <p:cNvPr id="68" name="Shape 68"/>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69" name="Shape 69"/>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None/>
            </a:pPr>
            <a:r>
              <a:rPr b="1" sz="1400" lang="en">
                <a:solidFill>
                  <a:schemeClr val="dk1"/>
                </a:solidFill>
              </a:rPr>
              <a:t>Intake: City collects information on the entrepreneur’s needs</a:t>
            </a:r>
          </a:p>
          <a:p>
            <a:pPr algn="ctr" rtl="0" lvl="0">
              <a:spcBef>
                <a:spcPts val="0"/>
              </a:spcBef>
              <a:buClr>
                <a:schemeClr val="dk1"/>
              </a:buClr>
              <a:buSzPct val="78571"/>
              <a:buFont typeface="Arial"/>
              <a:buNone/>
            </a:pPr>
            <a:r>
              <a:rPr b="1" sz="1400" lang="en">
                <a:solidFill>
                  <a:schemeClr val="dk1"/>
                </a:solidFill>
              </a:rPr>
              <a:t>OpenID Connect means Caitlin does not need to fill in the same fields in multiple forms.</a:t>
            </a:r>
          </a:p>
          <a:p>
            <a:pPr algn="ctr" rtl="0" lvl="0">
              <a:spcBef>
                <a:spcPts val="0"/>
              </a:spcBef>
              <a:buClr>
                <a:schemeClr val="dk1"/>
              </a:buClr>
              <a:buSzPct val="78571"/>
              <a:buFont typeface="Arial"/>
              <a:buNone/>
            </a:pPr>
            <a:r>
              <a:rPr b="1" sz="1400" lang="en">
                <a:solidFill>
                  <a:schemeClr val="dk1"/>
                </a:solidFill>
              </a:rPr>
              <a:t>-- for grant applications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78" name="Shape 78"/>
        <p:cNvGrpSpPr/>
        <p:nvPr/>
      </p:nvGrpSpPr>
      <p:grpSpPr>
        <a:xfrm>
          <a:off y="0" x="0"/>
          <a:ext cy="0" cx="0"/>
          <a:chOff y="0" x="0"/>
          <a:chExt cy="0" cx="0"/>
        </a:xfrm>
      </p:grpSpPr>
      <p:sp>
        <p:nvSpPr>
          <p:cNvPr id="79" name="Shape 79"/>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80" name="Shape 80"/>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None/>
            </a:pPr>
            <a:r>
              <a:rPr b="1" sz="1400" lang="en">
                <a:solidFill>
                  <a:schemeClr val="dk1"/>
                </a:solidFill>
              </a:rPr>
              <a:t>Intake: City collects information on the entrepreneur’s needs</a:t>
            </a:r>
          </a:p>
          <a:p>
            <a:pPr algn="ctr" rtl="0" lvl="0">
              <a:spcBef>
                <a:spcPts val="0"/>
              </a:spcBef>
              <a:buNone/>
            </a:pPr>
            <a:r>
              <a:rPr b="1" sz="1400" lang="en">
                <a:solidFill>
                  <a:schemeClr val="dk1"/>
                </a:solidFill>
              </a:rPr>
              <a:t>OpenID Connect means Caitlin does not need to fill in the same fields in multiple forms.</a:t>
            </a:r>
          </a:p>
          <a:p>
            <a:pPr algn="ctr" rtl="0" lvl="0">
              <a:spcBef>
                <a:spcPts val="0"/>
              </a:spcBef>
              <a:buNone/>
            </a:pPr>
            <a:r>
              <a:rPr b="1" sz="1400" lang="en">
                <a:solidFill>
                  <a:schemeClr val="dk1"/>
                </a:solidFill>
              </a:rPr>
              <a:t>-- for permit applications</a:t>
            </a:r>
          </a:p>
          <a:p>
            <a:pPr algn="ctr" rtl="0" lvl="0">
              <a:spcBef>
                <a:spcPts val="0"/>
              </a:spcBef>
              <a:buClr>
                <a:schemeClr val="dk1"/>
              </a:buClr>
              <a:buSzPct val="78571"/>
              <a:buFont typeface="Arial"/>
              <a:buNone/>
            </a:pPr>
            <a:r>
              <a:rPr b="1" sz="1400" lang="en">
                <a:solidFill>
                  <a:schemeClr val="dk1"/>
                </a:solidFill>
              </a:rPr>
              <a:t>-- for agreements with the City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83" name="Shape 83"/>
        <p:cNvGrpSpPr/>
        <p:nvPr/>
      </p:nvGrpSpPr>
      <p:grpSpPr>
        <a:xfrm>
          <a:off y="0" x="0"/>
          <a:ext cy="0" cx="0"/>
          <a:chOff y="0" x="0"/>
          <a:chExt cy="0" cx="0"/>
        </a:xfrm>
      </p:grpSpPr>
      <p:sp>
        <p:nvSpPr>
          <p:cNvPr id="84" name="Shape 84"/>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85" name="Shape 85"/>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rPr lang="en">
                <a:solidFill>
                  <a:schemeClr val="dk1"/>
                </a:solidFill>
              </a:rPr>
              <a:t>And once the forms are filled in, referral to outside help is simple! </a:t>
            </a:r>
          </a:p>
          <a:p>
            <a:pPr lvl="0">
              <a:spcBef>
                <a:spcPts val="0"/>
              </a:spcBef>
              <a:buNone/>
            </a:pPr>
            <a:r>
              <a:rPr lang="en">
                <a:solidFill>
                  <a:schemeClr val="dk1"/>
                </a:solidFill>
              </a:rPr>
              <a:t>From -- Relationship between entrepreneur and government --&gt; entrepreneur and business-support (Legal help).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88" name="Shape 88"/>
        <p:cNvGrpSpPr/>
        <p:nvPr/>
      </p:nvGrpSpPr>
      <p:grpSpPr>
        <a:xfrm>
          <a:off y="0" x="0"/>
          <a:ext cy="0" cx="0"/>
          <a:chOff y="0" x="0"/>
          <a:chExt cy="0" cx="0"/>
        </a:xfrm>
      </p:grpSpPr>
      <p:sp>
        <p:nvSpPr>
          <p:cNvPr id="89" name="Shape 89"/>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90" name="Shape 90"/>
          <p:cNvSpPr txBox="1"/>
          <p:nvPr>
            <p:ph idx="1" type="body"/>
          </p:nvPr>
        </p:nvSpPr>
        <p:spPr>
          <a:xfrm>
            <a:off y="4343400" x="685800"/>
            <a:ext cy="4114800" cx="5486399"/>
          </a:xfrm>
          <a:prstGeom prst="rect">
            <a:avLst/>
          </a:prstGeom>
        </p:spPr>
        <p:txBody>
          <a:bodyPr bIns="91425" rIns="91425" lIns="91425" tIns="91425" anchor="t" anchorCtr="0">
            <a:noAutofit/>
          </a:bodyPr>
          <a:lstStyle/>
          <a:p>
            <a:pPr>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94" name="Shape 94"/>
        <p:cNvGrpSpPr/>
        <p:nvPr/>
      </p:nvGrpSpPr>
      <p:grpSpPr>
        <a:xfrm>
          <a:off y="0" x="0"/>
          <a:ext cy="0" cx="0"/>
          <a:chOff y="0" x="0"/>
          <a:chExt cy="0" cx="0"/>
        </a:xfrm>
      </p:grpSpPr>
      <p:sp>
        <p:nvSpPr>
          <p:cNvPr id="95" name="Shape 95"/>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96" name="Shape 96"/>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00" name="Shape 100"/>
        <p:cNvGrpSpPr/>
        <p:nvPr/>
      </p:nvGrpSpPr>
      <p:grpSpPr>
        <a:xfrm>
          <a:off y="0" x="0"/>
          <a:ext cy="0" cx="0"/>
          <a:chOff y="0" x="0"/>
          <a:chExt cy="0" cx="0"/>
        </a:xfrm>
      </p:grpSpPr>
      <p:sp>
        <p:nvSpPr>
          <p:cNvPr id="101" name="Shape 101"/>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02" name="Shape 102"/>
          <p:cNvSpPr txBox="1"/>
          <p:nvPr>
            <p:ph idx="1" type="body"/>
          </p:nvPr>
        </p:nvSpPr>
        <p:spPr>
          <a:xfrm>
            <a:off y="4343400" x="685800"/>
            <a:ext cy="4114800" cx="5486399"/>
          </a:xfrm>
          <a:prstGeom prst="rect">
            <a:avLst/>
          </a:prstGeom>
        </p:spPr>
        <p:txBody>
          <a:bodyPr bIns="91425" rIns="91425" lIns="91425" tIns="91425" anchor="t" anchorCtr="0">
            <a:noAutofit/>
          </a:bodyPr>
          <a:lstStyle/>
          <a:p>
            <a:pPr>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05" name="Shape 105"/>
        <p:cNvGrpSpPr/>
        <p:nvPr/>
      </p:nvGrpSpPr>
      <p:grpSpPr>
        <a:xfrm>
          <a:off y="0" x="0"/>
          <a:ext cy="0" cx="0"/>
          <a:chOff y="0" x="0"/>
          <a:chExt cy="0" cx="0"/>
        </a:xfrm>
      </p:grpSpPr>
      <p:sp>
        <p:nvSpPr>
          <p:cNvPr id="106" name="Shape 106"/>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07" name="Shape 107"/>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rPr lang="en"/>
              <a:t>We’ve already set up communities for startup accelerators, who are very interested in the data from their startups.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10" name="Shape 110"/>
        <p:cNvGrpSpPr/>
        <p:nvPr/>
      </p:nvGrpSpPr>
      <p:grpSpPr>
        <a:xfrm>
          <a:off y="0" x="0"/>
          <a:ext cy="0" cx="0"/>
          <a:chOff y="0" x="0"/>
          <a:chExt cy="0" cx="0"/>
        </a:xfrm>
      </p:grpSpPr>
      <p:sp>
        <p:nvSpPr>
          <p:cNvPr id="111" name="Shape 111"/>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12" name="Shape 112"/>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rPr lang="en"/>
              <a:t>And have set up special packages that Lawyers sign up to offer.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16" name="Shape 116"/>
        <p:cNvGrpSpPr/>
        <p:nvPr/>
      </p:nvGrpSpPr>
      <p:grpSpPr>
        <a:xfrm>
          <a:off y="0" x="0"/>
          <a:ext cy="0" cx="0"/>
          <a:chOff y="0" x="0"/>
          <a:chExt cy="0" cx="0"/>
        </a:xfrm>
      </p:grpSpPr>
      <p:sp>
        <p:nvSpPr>
          <p:cNvPr id="117" name="Shape 117"/>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18" name="Shape 118"/>
          <p:cNvSpPr txBox="1"/>
          <p:nvPr>
            <p:ph idx="1" type="body"/>
          </p:nvPr>
        </p:nvSpPr>
        <p:spPr>
          <a:xfrm>
            <a:off y="4343400" x="685800"/>
            <a:ext cy="4114800" cx="5486399"/>
          </a:xfrm>
          <a:prstGeom prst="rect">
            <a:avLst/>
          </a:prstGeom>
        </p:spPr>
        <p:txBody>
          <a:bodyPr bIns="91425" rIns="91425" lIns="91425" tIns="91425" anchor="t" anchorCtr="0">
            <a:noAutofit/>
          </a:bodyPr>
          <a:lstStyle/>
          <a:p>
            <a:pPr>
              <a:spcBef>
                <a:spcPts val="0"/>
              </a:spcBef>
              <a:buNone/>
            </a:pPr>
            <a:r>
              <a:rPr b="1" sz="1400" lang="en">
                <a:solidFill>
                  <a:schemeClr val="dk1"/>
                </a:solidFill>
              </a:rPr>
              <a:t>Packages can be customized by Community operators - like accelerators or cities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21" name="Shape 121"/>
        <p:cNvGrpSpPr/>
        <p:nvPr/>
      </p:nvGrpSpPr>
      <p:grpSpPr>
        <a:xfrm>
          <a:off y="0" x="0"/>
          <a:ext cy="0" cx="0"/>
          <a:chOff y="0" x="0"/>
          <a:chExt cy="0" cx="0"/>
        </a:xfrm>
      </p:grpSpPr>
      <p:sp>
        <p:nvSpPr>
          <p:cNvPr id="122" name="Shape 122"/>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23" name="Shape 123"/>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rPr b="1" sz="1400" lang="en">
                <a:solidFill>
                  <a:schemeClr val="dk1"/>
                </a:solidFill>
              </a:rPr>
              <a:t>Referral information is included in Startup Package inquiry on LawGives. </a:t>
            </a:r>
          </a:p>
          <a:p>
            <a:pPr rtl="0" lvl="0">
              <a:spcBef>
                <a:spcPts val="0"/>
              </a:spcBef>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26" name="Shape 126"/>
        <p:cNvGrpSpPr/>
        <p:nvPr/>
      </p:nvGrpSpPr>
      <p:grpSpPr>
        <a:xfrm>
          <a:off y="0" x="0"/>
          <a:ext cy="0" cx="0"/>
          <a:chOff y="0" x="0"/>
          <a:chExt cy="0" cx="0"/>
        </a:xfrm>
      </p:grpSpPr>
      <p:sp>
        <p:nvSpPr>
          <p:cNvPr id="127" name="Shape 127"/>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28" name="Shape 128"/>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31" name="Shape 131"/>
        <p:cNvGrpSpPr/>
        <p:nvPr/>
      </p:nvGrpSpPr>
      <p:grpSpPr>
        <a:xfrm>
          <a:off y="0" x="0"/>
          <a:ext cy="0" cx="0"/>
          <a:chOff y="0" x="0"/>
          <a:chExt cy="0" cx="0"/>
        </a:xfrm>
      </p:grpSpPr>
      <p:sp>
        <p:nvSpPr>
          <p:cNvPr id="132" name="Shape 132"/>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33" name="Shape 133"/>
          <p:cNvSpPr txBox="1"/>
          <p:nvPr>
            <p:ph idx="1" type="body"/>
          </p:nvPr>
        </p:nvSpPr>
        <p:spPr>
          <a:xfrm>
            <a:off y="4343400" x="685800"/>
            <a:ext cy="4114800" cx="5486399"/>
          </a:xfrm>
          <a:prstGeom prst="rect">
            <a:avLst/>
          </a:prstGeom>
        </p:spPr>
        <p:txBody>
          <a:bodyPr bIns="91425" rIns="91425" lIns="91425" tIns="91425" anchor="t" anchorCtr="0">
            <a:noAutofit/>
          </a:bodyPr>
          <a:lstStyle/>
          <a:p>
            <a:pPr algn="ctr" rtl="0" lvl="0">
              <a:spcBef>
                <a:spcPts val="0"/>
              </a:spcBef>
              <a:buClr>
                <a:schemeClr val="dk1"/>
              </a:buClr>
              <a:buSzPct val="78571"/>
              <a:buFont typeface="Arial"/>
              <a:buNone/>
            </a:pPr>
            <a:r>
              <a:rPr b="1" sz="1400" lang="en">
                <a:solidFill>
                  <a:schemeClr val="dk1"/>
                </a:solidFill>
              </a:rPr>
              <a:t>Caitlin can receive free consultations from lawyers that respond</a:t>
            </a:r>
          </a:p>
          <a:p>
            <a:pPr rtl="0" lvl="0">
              <a:spcBef>
                <a:spcPts val="0"/>
              </a:spcBef>
              <a:buNone/>
            </a:pPr>
            <a:r>
              <a:t/>
            </a:r>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37" name="Shape 137"/>
        <p:cNvGrpSpPr/>
        <p:nvPr/>
      </p:nvGrpSpPr>
      <p:grpSpPr>
        <a:xfrm>
          <a:off y="0" x="0"/>
          <a:ext cy="0" cx="0"/>
          <a:chOff y="0" x="0"/>
          <a:chExt cy="0" cx="0"/>
        </a:xfrm>
      </p:grpSpPr>
      <p:sp>
        <p:nvSpPr>
          <p:cNvPr id="138" name="Shape 138"/>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39" name="Shape 139"/>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indent="-317500" marL="457200">
              <a:spcBef>
                <a:spcPts val="0"/>
              </a:spcBef>
              <a:buClr>
                <a:schemeClr val="dk1"/>
              </a:buClr>
              <a:buFont typeface="Arial"/>
              <a:buChar char="-"/>
            </a:pPr>
            <a:r>
              <a:t/>
            </a:r>
            <a:endParaRPr b="1" sz="14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Sp="0" showMasterPhAnim="0">
  <p:cSld>
    <p:spTree>
      <p:nvGrpSpPr>
        <p:cNvPr id="143" name="Shape 143"/>
        <p:cNvGrpSpPr/>
        <p:nvPr/>
      </p:nvGrpSpPr>
      <p:grpSpPr>
        <a:xfrm>
          <a:off y="0" x="0"/>
          <a:ext cy="0" cx="0"/>
          <a:chOff y="0" x="0"/>
          <a:chExt cy="0" cx="0"/>
        </a:xfrm>
      </p:grpSpPr>
      <p:sp>
        <p:nvSpPr>
          <p:cNvPr id="144" name="Shape 144"/>
          <p:cNvSpPr/>
          <p:nvPr>
            <p:ph idx="2" type="sldImg"/>
          </p:nvPr>
        </p:nvSpPr>
        <p:spPr>
          <a:xfrm>
            <a:off y="685800" x="381187"/>
            <a:ext cy="3429000" cx="6096299"/>
          </a:xfrm>
          <a:custGeom>
            <a:pathLst>
              <a:path w="120000" extrusionOk="0" h="120000">
                <a:moveTo>
                  <a:pt y="0" x="0"/>
                </a:moveTo>
                <a:lnTo>
                  <a:pt y="0" x="120000"/>
                </a:lnTo>
                <a:lnTo>
                  <a:pt y="120000" x="120000"/>
                </a:lnTo>
                <a:lnTo>
                  <a:pt y="120000" x="0"/>
                </a:lnTo>
                <a:close/>
              </a:path>
            </a:pathLst>
          </a:custGeom>
          <a:noFill/>
          <a:ln w="9525" cap="flat">
            <a:solidFill>
              <a:srgbClr val="000000"/>
            </a:solidFill>
            <a:prstDash val="solid"/>
            <a:round/>
            <a:headEnd w="med" len="med" type="none"/>
            <a:tailEnd w="med" len="med" type="none"/>
          </a:ln>
        </p:spPr>
      </p:sp>
      <p:sp>
        <p:nvSpPr>
          <p:cNvPr id="145" name="Shape 145"/>
          <p:cNvSpPr txBox="1"/>
          <p:nvPr>
            <p:ph idx="1" type="body"/>
          </p:nvPr>
        </p:nvSpPr>
        <p:spPr>
          <a:xfrm>
            <a:off y="4343400" x="685800"/>
            <a:ext cy="4114800" cx="5486399"/>
          </a:xfrm>
          <a:prstGeom prst="rect">
            <a:avLst/>
          </a:prstGeom>
        </p:spPr>
        <p:txBody>
          <a:bodyPr bIns="91425" rIns="91425" lIns="91425" tIns="91425" anchor="t" anchorCtr="0">
            <a:noAutofit/>
          </a:bodyPr>
          <a:lstStyle/>
          <a:p>
            <a:pPr rtl="0" lvl="0">
              <a:spcBef>
                <a:spcPts val="0"/>
              </a:spcBef>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_rels/slideLayout2.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_rels/slideLayout3.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_rels/slideLayout4.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_rels/slideLayout5.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_rels/slideLayout6.xml.rels><?xml version="1.0" encoding="UTF-8" standalone="yes"?><Relationships xmlns="http://schemas.openxmlformats.org/package/2006/relationships"><Relationship Target="../slideMasters/slideMaster1.xml" Type="http://schemas.openxmlformats.org/officeDocument/2006/relationships/slideMaster" Id="rId1"/></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7" name="Shape 7"/>
        <p:cNvGrpSpPr/>
        <p:nvPr/>
      </p:nvGrpSpPr>
      <p:grpSpPr>
        <a:xfrm>
          <a:off y="0" x="0"/>
          <a:ext cy="0" cx="0"/>
          <a:chOff y="0" x="0"/>
          <a:chExt cy="0" cx="0"/>
        </a:xfrm>
      </p:grpSpPr>
      <p:sp>
        <p:nvSpPr>
          <p:cNvPr id="8" name="Shape 8"/>
          <p:cNvSpPr txBox="1"/>
          <p:nvPr>
            <p:ph type="ctrTitle"/>
          </p:nvPr>
        </p:nvSpPr>
        <p:spPr>
          <a:xfrm>
            <a:off y="1583342" x="685800"/>
            <a:ext cy="1159856" cx="7772400"/>
          </a:xfrm>
          <a:prstGeom prst="rect">
            <a:avLst/>
          </a:prstGeom>
        </p:spPr>
        <p:txBody>
          <a:bodyPr bIns="91425" rIns="91425" lIns="91425" tIns="91425" anchor="b" anchorCtr="0"/>
          <a:lstStyle>
            <a:lvl1pPr algn="ctr">
              <a:spcBef>
                <a:spcPts val="0"/>
              </a:spcBef>
              <a:buSzPct val="100000"/>
              <a:defRPr sz="4800"/>
            </a:lvl1pPr>
            <a:lvl2pPr algn="ctr">
              <a:spcBef>
                <a:spcPts val="0"/>
              </a:spcBef>
              <a:buSzPct val="100000"/>
              <a:defRPr sz="4800"/>
            </a:lvl2pPr>
            <a:lvl3pPr algn="ctr">
              <a:spcBef>
                <a:spcPts val="0"/>
              </a:spcBef>
              <a:buSzPct val="100000"/>
              <a:defRPr sz="4800"/>
            </a:lvl3pPr>
            <a:lvl4pPr algn="ctr">
              <a:spcBef>
                <a:spcPts val="0"/>
              </a:spcBef>
              <a:buSzPct val="100000"/>
              <a:defRPr sz="4800"/>
            </a:lvl4pPr>
            <a:lvl5pPr algn="ctr">
              <a:spcBef>
                <a:spcPts val="0"/>
              </a:spcBef>
              <a:buSzPct val="100000"/>
              <a:defRPr sz="4800"/>
            </a:lvl5pPr>
            <a:lvl6pPr algn="ctr">
              <a:spcBef>
                <a:spcPts val="0"/>
              </a:spcBef>
              <a:buSzPct val="100000"/>
              <a:defRPr sz="4800"/>
            </a:lvl6pPr>
            <a:lvl7pPr algn="ctr">
              <a:spcBef>
                <a:spcPts val="0"/>
              </a:spcBef>
              <a:buSzPct val="100000"/>
              <a:defRPr sz="4800"/>
            </a:lvl7pPr>
            <a:lvl8pPr algn="ctr">
              <a:spcBef>
                <a:spcPts val="0"/>
              </a:spcBef>
              <a:buSzPct val="100000"/>
              <a:defRPr sz="4800"/>
            </a:lvl8pPr>
            <a:lvl9pPr algn="ctr">
              <a:spcBef>
                <a:spcPts val="0"/>
              </a:spcBef>
              <a:buSzPct val="100000"/>
              <a:defRPr sz="4800"/>
            </a:lvl9pPr>
          </a:lstStyle>
          <a:p/>
        </p:txBody>
      </p:sp>
      <p:sp>
        <p:nvSpPr>
          <p:cNvPr id="9" name="Shape 9"/>
          <p:cNvSpPr txBox="1"/>
          <p:nvPr>
            <p:ph idx="1" type="subTitle"/>
          </p:nvPr>
        </p:nvSpPr>
        <p:spPr>
          <a:xfrm>
            <a:off y="2840053" x="685800"/>
            <a:ext cy="784737" cx="7772400"/>
          </a:xfrm>
          <a:prstGeom prst="rect">
            <a:avLst/>
          </a:prstGeom>
        </p:spPr>
        <p:txBody>
          <a:bodyPr bIns="91425" rIns="91425" lIns="91425" tIns="91425" anchor="t" anchorCtr="0"/>
          <a:lstStyle>
            <a:lvl1pPr algn="ctr">
              <a:spcBef>
                <a:spcPts val="0"/>
              </a:spcBef>
              <a:buClr>
                <a:schemeClr val="dk2"/>
              </a:buClr>
              <a:buNone/>
              <a:defRPr>
                <a:solidFill>
                  <a:schemeClr val="dk2"/>
                </a:solidFill>
              </a:defRPr>
            </a:lvl1pPr>
            <a:lvl2pPr algn="ctr">
              <a:spcBef>
                <a:spcPts val="0"/>
              </a:spcBef>
              <a:buClr>
                <a:schemeClr val="dk2"/>
              </a:buClr>
              <a:buSzPct val="100000"/>
              <a:buNone/>
              <a:defRPr sz="3000">
                <a:solidFill>
                  <a:schemeClr val="dk2"/>
                </a:solidFill>
              </a:defRPr>
            </a:lvl2pPr>
            <a:lvl3pPr algn="ctr">
              <a:spcBef>
                <a:spcPts val="0"/>
              </a:spcBef>
              <a:buClr>
                <a:schemeClr val="dk2"/>
              </a:buClr>
              <a:buSzPct val="100000"/>
              <a:buNone/>
              <a:defRPr sz="3000">
                <a:solidFill>
                  <a:schemeClr val="dk2"/>
                </a:solidFill>
              </a:defRPr>
            </a:lvl3pPr>
            <a:lvl4pPr algn="ctr">
              <a:spcBef>
                <a:spcPts val="0"/>
              </a:spcBef>
              <a:buClr>
                <a:schemeClr val="dk2"/>
              </a:buClr>
              <a:buSzPct val="100000"/>
              <a:buNone/>
              <a:defRPr sz="3000">
                <a:solidFill>
                  <a:schemeClr val="dk2"/>
                </a:solidFill>
              </a:defRPr>
            </a:lvl4pPr>
            <a:lvl5pPr algn="ctr">
              <a:spcBef>
                <a:spcPts val="0"/>
              </a:spcBef>
              <a:buClr>
                <a:schemeClr val="dk2"/>
              </a:buClr>
              <a:buSzPct val="100000"/>
              <a:buNone/>
              <a:defRPr sz="3000">
                <a:solidFill>
                  <a:schemeClr val="dk2"/>
                </a:solidFill>
              </a:defRPr>
            </a:lvl5pPr>
            <a:lvl6pPr algn="ctr">
              <a:spcBef>
                <a:spcPts val="0"/>
              </a:spcBef>
              <a:buClr>
                <a:schemeClr val="dk2"/>
              </a:buClr>
              <a:buSzPct val="100000"/>
              <a:buNone/>
              <a:defRPr sz="3000">
                <a:solidFill>
                  <a:schemeClr val="dk2"/>
                </a:solidFill>
              </a:defRPr>
            </a:lvl6pPr>
            <a:lvl7pPr algn="ctr">
              <a:spcBef>
                <a:spcPts val="0"/>
              </a:spcBef>
              <a:buClr>
                <a:schemeClr val="dk2"/>
              </a:buClr>
              <a:buSzPct val="100000"/>
              <a:buNone/>
              <a:defRPr sz="3000">
                <a:solidFill>
                  <a:schemeClr val="dk2"/>
                </a:solidFill>
              </a:defRPr>
            </a:lvl7pPr>
            <a:lvl8pPr algn="ctr">
              <a:spcBef>
                <a:spcPts val="0"/>
              </a:spcBef>
              <a:buClr>
                <a:schemeClr val="dk2"/>
              </a:buClr>
              <a:buSzPct val="100000"/>
              <a:buNone/>
              <a:defRPr sz="3000">
                <a:solidFill>
                  <a:schemeClr val="dk2"/>
                </a:solidFill>
              </a:defRPr>
            </a:lvl8pPr>
            <a:lvl9pPr algn="ctr">
              <a:spcBef>
                <a:spcPts val="0"/>
              </a:spcBef>
              <a:buClr>
                <a:schemeClr val="dk2"/>
              </a:buClr>
              <a:buSzPct val="100000"/>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0" name="Shape 10"/>
        <p:cNvGrpSpPr/>
        <p:nvPr/>
      </p:nvGrpSpPr>
      <p:grpSpPr>
        <a:xfrm>
          <a:off y="0" x="0"/>
          <a:ext cy="0" cx="0"/>
          <a:chOff y="0" x="0"/>
          <a:chExt cy="0" cx="0"/>
        </a:xfrm>
      </p:grpSpPr>
      <p:sp>
        <p:nvSpPr>
          <p:cNvPr id="11" name="Shape 11"/>
          <p:cNvSpPr txBox="1"/>
          <p:nvPr>
            <p:ph type="title"/>
          </p:nvPr>
        </p:nvSpPr>
        <p:spPr>
          <a:xfrm>
            <a:off y="205978" x="457200"/>
            <a:ext cy="857250" cx="8229600"/>
          </a:xfrm>
          <a:prstGeom prst="rect">
            <a:avLst/>
          </a:prstGeom>
        </p:spPr>
        <p:txBody>
          <a:bodyPr bIns="91425" rIns="91425" lIns="91425" t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12" name="Shape 12"/>
          <p:cNvSpPr txBox="1"/>
          <p:nvPr>
            <p:ph idx="1" type="body"/>
          </p:nvPr>
        </p:nvSpPr>
        <p:spPr>
          <a:xfrm>
            <a:off y="1200150" x="457200"/>
            <a:ext cy="3725680" cx="8229600"/>
          </a:xfrm>
          <a:prstGeom prst="rect">
            <a:avLst/>
          </a:prstGeom>
        </p:spPr>
        <p:txBody>
          <a:bodyPr bIns="91425" rIns="91425" lIns="91425" t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3" name="Shape 13"/>
        <p:cNvGrpSpPr/>
        <p:nvPr/>
      </p:nvGrpSpPr>
      <p:grpSpPr>
        <a:xfrm>
          <a:off y="0" x="0"/>
          <a:ext cy="0" cx="0"/>
          <a:chOff y="0" x="0"/>
          <a:chExt cy="0" cx="0"/>
        </a:xfrm>
      </p:grpSpPr>
      <p:sp>
        <p:nvSpPr>
          <p:cNvPr id="14" name="Shape 14"/>
          <p:cNvSpPr txBox="1"/>
          <p:nvPr>
            <p:ph type="title"/>
          </p:nvPr>
        </p:nvSpPr>
        <p:spPr>
          <a:xfrm>
            <a:off y="205978" x="457200"/>
            <a:ext cy="857250" cx="8229600"/>
          </a:xfrm>
          <a:prstGeom prst="rect">
            <a:avLst/>
          </a:prstGeom>
        </p:spPr>
        <p:txBody>
          <a:bodyPr bIns="91425" rIns="91425" lIns="91425" t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15" name="Shape 15"/>
          <p:cNvSpPr txBox="1"/>
          <p:nvPr>
            <p:ph idx="1" type="body"/>
          </p:nvPr>
        </p:nvSpPr>
        <p:spPr>
          <a:xfrm>
            <a:off y="1200150" x="457200"/>
            <a:ext cy="3725680" cx="3994525"/>
          </a:xfrm>
          <a:prstGeom prst="rect">
            <a:avLst/>
          </a:prstGeom>
        </p:spPr>
        <p:txBody>
          <a:bodyPr bIns="91425" rIns="91425" lIns="91425" t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16" name="Shape 16"/>
          <p:cNvSpPr txBox="1"/>
          <p:nvPr>
            <p:ph idx="2" type="body"/>
          </p:nvPr>
        </p:nvSpPr>
        <p:spPr>
          <a:xfrm>
            <a:off y="1200150" x="4692273"/>
            <a:ext cy="3725680" cx="3994525"/>
          </a:xfrm>
          <a:prstGeom prst="rect">
            <a:avLst/>
          </a:prstGeom>
        </p:spPr>
        <p:txBody>
          <a:bodyPr bIns="91425" rIns="91425" lIns="91425" t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17" name="Shape 17"/>
        <p:cNvGrpSpPr/>
        <p:nvPr/>
      </p:nvGrpSpPr>
      <p:grpSpPr>
        <a:xfrm>
          <a:off y="0" x="0"/>
          <a:ext cy="0" cx="0"/>
          <a:chOff y="0" x="0"/>
          <a:chExt cy="0" cx="0"/>
        </a:xfrm>
      </p:grpSpPr>
      <p:sp>
        <p:nvSpPr>
          <p:cNvPr id="18" name="Shape 18"/>
          <p:cNvSpPr txBox="1"/>
          <p:nvPr>
            <p:ph type="title"/>
          </p:nvPr>
        </p:nvSpPr>
        <p:spPr>
          <a:xfrm>
            <a:off y="205978" x="457200"/>
            <a:ext cy="857250" cx="8229600"/>
          </a:xfrm>
          <a:prstGeom prst="rect">
            <a:avLst/>
          </a:prstGeom>
        </p:spPr>
        <p:txBody>
          <a:bodyPr bIns="91425" rIns="91425" lIns="91425" t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19" name="Shape 19"/>
        <p:cNvGrpSpPr/>
        <p:nvPr/>
      </p:nvGrpSpPr>
      <p:grpSpPr>
        <a:xfrm>
          <a:off y="0" x="0"/>
          <a:ext cy="0" cx="0"/>
          <a:chOff y="0" x="0"/>
          <a:chExt cy="0" cx="0"/>
        </a:xfrm>
      </p:grpSpPr>
      <p:sp>
        <p:nvSpPr>
          <p:cNvPr id="20" name="Shape 20"/>
          <p:cNvSpPr txBox="1"/>
          <p:nvPr>
            <p:ph idx="1" type="body"/>
          </p:nvPr>
        </p:nvSpPr>
        <p:spPr>
          <a:xfrm>
            <a:off y="4406309" x="457200"/>
            <a:ext cy="519520" cx="8229600"/>
          </a:xfrm>
          <a:prstGeom prst="rect">
            <a:avLst/>
          </a:prstGeom>
        </p:spPr>
        <p:txBody>
          <a:bodyPr bIns="91425" rIns="91425" lIns="91425" tIns="91425" anchor="t" anchorCtr="0"/>
          <a:lstStyle>
            <a:lvl1pPr algn="ctr">
              <a:spcBef>
                <a:spcPts val="360"/>
              </a:spcBef>
              <a:buSzPct val="100000"/>
              <a:buNone/>
              <a:defRPr sz="18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1" name="Shape 21"/>
        <p:cNvGrpSpPr/>
        <p:nvPr/>
      </p:nvGrpSpPr>
      <p:grpSpPr>
        <a:xfrm>
          <a:off y="0" x="0"/>
          <a:ext cy="0" cx="0"/>
          <a:chOff y="0" x="0"/>
          <a:chExt cy="0" cx="0"/>
        </a:xfrm>
      </p:grpSpPr>
    </p:spTree>
  </p:cSld>
  <p:clrMapOvr>
    <a:masterClrMapping/>
  </p:clrMapOvr>
</p:sldLayout>
</file>

<file path=ppt/slideMasters/_rels/slideMaster1.xml.rels><?xml version="1.0" encoding="UTF-8" standalone="yes"?><Relationships xmlns="http://schemas.openxmlformats.org/package/2006/relationships"><Relationship Target="../slideLayouts/slideLayout2.xml" Type="http://schemas.openxmlformats.org/officeDocument/2006/relationships/slideLayout" Id="rId2"/><Relationship Target="../slideLayouts/slideLayout1.xml" Type="http://schemas.openxmlformats.org/officeDocument/2006/relationships/slideLayout" Id="rId1"/><Relationship Target="../slideLayouts/slideLayout4.xml" Type="http://schemas.openxmlformats.org/officeDocument/2006/relationships/slideLayout" Id="rId4"/><Relationship Target="../slideLayouts/slideLayout3.xml" Type="http://schemas.openxmlformats.org/officeDocument/2006/relationships/slideLayout" Id="rId3"/><Relationship Target="../slideLayouts/slideLayout6.xml" Type="http://schemas.openxmlformats.org/officeDocument/2006/relationships/slideLayout" Id="rId6"/><Relationship Target="../slideLayouts/slideLayout5.xml" Type="http://schemas.openxmlformats.org/officeDocument/2006/relationships/slideLayout" Id="rId5"/><Relationship Target="../theme/theme1.xml" Type="http://schemas.openxmlformats.org/officeDocument/2006/relationships/theme" Id="rId7"/></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 name="Shape 4"/>
        <p:cNvGrpSpPr/>
        <p:nvPr/>
      </p:nvGrpSpPr>
      <p:grpSpPr>
        <a:xfrm>
          <a:off y="0" x="0"/>
          <a:ext cy="0" cx="0"/>
          <a:chOff y="0" x="0"/>
          <a:chExt cy="0" cx="0"/>
        </a:xfrm>
      </p:grpSpPr>
      <p:sp>
        <p:nvSpPr>
          <p:cNvPr id="5" name="Shape 5"/>
          <p:cNvSpPr txBox="1"/>
          <p:nvPr>
            <p:ph type="title"/>
          </p:nvPr>
        </p:nvSpPr>
        <p:spPr>
          <a:xfrm>
            <a:off y="205978" x="457200"/>
            <a:ext cy="857250" cx="8229600"/>
          </a:xfrm>
          <a:prstGeom prst="rect">
            <a:avLst/>
          </a:prstGeom>
          <a:noFill/>
          <a:ln>
            <a:noFill/>
          </a:ln>
        </p:spPr>
        <p:txBody>
          <a:bodyPr bIns="91425" rIns="91425" lIns="91425" tIns="91425" anchor="b" anchorCtr="0"/>
          <a:lstStyle>
            <a:lvl1pPr>
              <a:spcBef>
                <a:spcPts val="0"/>
              </a:spcBef>
              <a:buClr>
                <a:schemeClr val="dk1"/>
              </a:buClr>
              <a:buSzPct val="100000"/>
              <a:buNone/>
              <a:defRPr b="1" sz="3600">
                <a:solidFill>
                  <a:schemeClr val="dk1"/>
                </a:solidFill>
              </a:defRPr>
            </a:lvl1pPr>
            <a:lvl2pPr>
              <a:spcBef>
                <a:spcPts val="0"/>
              </a:spcBef>
              <a:buClr>
                <a:schemeClr val="dk1"/>
              </a:buClr>
              <a:buSzPct val="100000"/>
              <a:buNone/>
              <a:defRPr b="1" sz="3600">
                <a:solidFill>
                  <a:schemeClr val="dk1"/>
                </a:solidFill>
              </a:defRPr>
            </a:lvl2pPr>
            <a:lvl3pPr>
              <a:spcBef>
                <a:spcPts val="0"/>
              </a:spcBef>
              <a:buClr>
                <a:schemeClr val="dk1"/>
              </a:buClr>
              <a:buSzPct val="100000"/>
              <a:buNone/>
              <a:defRPr b="1" sz="3600">
                <a:solidFill>
                  <a:schemeClr val="dk1"/>
                </a:solidFill>
              </a:defRPr>
            </a:lvl3pPr>
            <a:lvl4pPr>
              <a:spcBef>
                <a:spcPts val="0"/>
              </a:spcBef>
              <a:buClr>
                <a:schemeClr val="dk1"/>
              </a:buClr>
              <a:buSzPct val="100000"/>
              <a:buNone/>
              <a:defRPr b="1" sz="3600">
                <a:solidFill>
                  <a:schemeClr val="dk1"/>
                </a:solidFill>
              </a:defRPr>
            </a:lvl4pPr>
            <a:lvl5pPr>
              <a:spcBef>
                <a:spcPts val="0"/>
              </a:spcBef>
              <a:buClr>
                <a:schemeClr val="dk1"/>
              </a:buClr>
              <a:buSzPct val="100000"/>
              <a:buNone/>
              <a:defRPr b="1" sz="3600">
                <a:solidFill>
                  <a:schemeClr val="dk1"/>
                </a:solidFill>
              </a:defRPr>
            </a:lvl5pPr>
            <a:lvl6pPr>
              <a:spcBef>
                <a:spcPts val="0"/>
              </a:spcBef>
              <a:buClr>
                <a:schemeClr val="dk1"/>
              </a:buClr>
              <a:buSzPct val="100000"/>
              <a:buNone/>
              <a:defRPr b="1" sz="3600">
                <a:solidFill>
                  <a:schemeClr val="dk1"/>
                </a:solidFill>
              </a:defRPr>
            </a:lvl6pPr>
            <a:lvl7pPr>
              <a:spcBef>
                <a:spcPts val="0"/>
              </a:spcBef>
              <a:buClr>
                <a:schemeClr val="dk1"/>
              </a:buClr>
              <a:buSzPct val="100000"/>
              <a:buNone/>
              <a:defRPr b="1" sz="3600">
                <a:solidFill>
                  <a:schemeClr val="dk1"/>
                </a:solidFill>
              </a:defRPr>
            </a:lvl7pPr>
            <a:lvl8pPr>
              <a:spcBef>
                <a:spcPts val="0"/>
              </a:spcBef>
              <a:buClr>
                <a:schemeClr val="dk1"/>
              </a:buClr>
              <a:buSzPct val="100000"/>
              <a:buNone/>
              <a:defRPr b="1" sz="3600">
                <a:solidFill>
                  <a:schemeClr val="dk1"/>
                </a:solidFill>
              </a:defRPr>
            </a:lvl8pPr>
            <a:lvl9pPr>
              <a:spcBef>
                <a:spcPts val="0"/>
              </a:spcBef>
              <a:buClr>
                <a:schemeClr val="dk1"/>
              </a:buClr>
              <a:buSzPct val="100000"/>
              <a:buNone/>
              <a:defRPr b="1" sz="3600">
                <a:solidFill>
                  <a:schemeClr val="dk1"/>
                </a:solidFill>
              </a:defRPr>
            </a:lvl9pPr>
          </a:lstStyle>
          <a:p/>
        </p:txBody>
      </p:sp>
      <p:sp>
        <p:nvSpPr>
          <p:cNvPr id="6" name="Shape 6"/>
          <p:cNvSpPr txBox="1"/>
          <p:nvPr>
            <p:ph idx="1" type="body"/>
          </p:nvPr>
        </p:nvSpPr>
        <p:spPr>
          <a:xfrm>
            <a:off y="1200150" x="457200"/>
            <a:ext cy="3725680" cx="8229600"/>
          </a:xfrm>
          <a:prstGeom prst="rect">
            <a:avLst/>
          </a:prstGeom>
          <a:noFill/>
          <a:ln>
            <a:noFill/>
          </a:ln>
        </p:spPr>
        <p:txBody>
          <a:bodyPr bIns="91425" rIns="91425" lIns="91425" tIns="91425" anchor="t" anchorCtr="0"/>
          <a:lstStyle>
            <a:lvl1pPr>
              <a:spcBef>
                <a:spcPts val="600"/>
              </a:spcBef>
              <a:buClr>
                <a:schemeClr val="dk1"/>
              </a:buClr>
              <a:buSzPct val="100000"/>
              <a:defRPr sz="3000">
                <a:solidFill>
                  <a:schemeClr val="dk1"/>
                </a:solidFill>
              </a:defRPr>
            </a:lvl1pPr>
            <a:lvl2pPr>
              <a:spcBef>
                <a:spcPts val="480"/>
              </a:spcBef>
              <a:buClr>
                <a:schemeClr val="dk1"/>
              </a:buClr>
              <a:buSzPct val="100000"/>
              <a:defRPr sz="2400">
                <a:solidFill>
                  <a:schemeClr val="dk1"/>
                </a:solidFill>
              </a:defRPr>
            </a:lvl2pPr>
            <a:lvl3pPr>
              <a:spcBef>
                <a:spcPts val="480"/>
              </a:spcBef>
              <a:buClr>
                <a:schemeClr val="dk1"/>
              </a:buClr>
              <a:buSzPct val="100000"/>
              <a:defRPr sz="2400">
                <a:solidFill>
                  <a:schemeClr val="dk1"/>
                </a:solidFill>
              </a:defRPr>
            </a:lvl3pPr>
            <a:lvl4pPr>
              <a:spcBef>
                <a:spcPts val="360"/>
              </a:spcBef>
              <a:buClr>
                <a:schemeClr val="dk1"/>
              </a:buClr>
              <a:buSzPct val="100000"/>
              <a:defRPr sz="1800">
                <a:solidFill>
                  <a:schemeClr val="dk1"/>
                </a:solidFill>
              </a:defRPr>
            </a:lvl4pPr>
            <a:lvl5pPr>
              <a:spcBef>
                <a:spcPts val="360"/>
              </a:spcBef>
              <a:buClr>
                <a:schemeClr val="dk1"/>
              </a:buClr>
              <a:buSzPct val="100000"/>
              <a:defRPr sz="1800">
                <a:solidFill>
                  <a:schemeClr val="dk1"/>
                </a:solidFill>
              </a:defRPr>
            </a:lvl5pPr>
            <a:lvl6pPr>
              <a:spcBef>
                <a:spcPts val="360"/>
              </a:spcBef>
              <a:buClr>
                <a:schemeClr val="dk1"/>
              </a:buClr>
              <a:buSzPct val="100000"/>
              <a:defRPr sz="1800">
                <a:solidFill>
                  <a:schemeClr val="dk1"/>
                </a:solidFill>
              </a:defRPr>
            </a:lvl6pPr>
            <a:lvl7pPr>
              <a:spcBef>
                <a:spcPts val="360"/>
              </a:spcBef>
              <a:buClr>
                <a:schemeClr val="dk1"/>
              </a:buClr>
              <a:buSzPct val="100000"/>
              <a:defRPr sz="1800">
                <a:solidFill>
                  <a:schemeClr val="dk1"/>
                </a:solidFill>
              </a:defRPr>
            </a:lvl7pPr>
            <a:lvl8pPr>
              <a:spcBef>
                <a:spcPts val="360"/>
              </a:spcBef>
              <a:buClr>
                <a:schemeClr val="dk1"/>
              </a:buClr>
              <a:buSzPct val="100000"/>
              <a:defRPr sz="1800">
                <a:solidFill>
                  <a:schemeClr val="dk1"/>
                </a:solidFill>
              </a:defRPr>
            </a:lvl8pPr>
            <a:lvl9pPr>
              <a:spcBef>
                <a:spcPts val="360"/>
              </a:spcBef>
              <a:buClr>
                <a:schemeClr val="dk1"/>
              </a:buClr>
              <a:buSzPct val="100000"/>
              <a:defRPr sz="1800">
                <a:solidFill>
                  <a:schemeClr val="dk1"/>
                </a:solidFill>
              </a:defRPr>
            </a:lvl9pPr>
          </a:lstStyle>
          <a:p/>
        </p:txBody>
      </p:sp>
    </p:spTree>
  </p:cSld>
  <p:clrMap accent2="accent2" accent3="accent3" accent4="accent4" accent5="accent5" accent6="accent6" hlink="hlink" tx2="lt2" tx1="dk1" bg2="dk2" bg1="lt1" folHlink="folHlink" accent1="accent1"/>
  <p:sldLayoutIdLst>
    <p:sldLayoutId id="2147483648" r:id="rId1"/>
    <p:sldLayoutId id="2147483649" r:id="rId2"/>
    <p:sldLayoutId id="2147483650" r:id="rId3"/>
    <p:sldLayoutId id="2147483651" r:id="rId4"/>
    <p:sldLayoutId id="2147483652" r:id="rId5"/>
    <p:sldLayoutId id="2147483653" r:id="rId6"/>
  </p:sldLayoutIdLst>
  <p:hf dt="0" ftr="0" sldNum="0" hdr="0"/>
  <p:txStyles>
    <p:titleStyle>
      <a:defPPr algn="l" rtl="0" marR="0">
        <a:lnSpc>
          <a:spcPct val="100000"/>
        </a:lnSpc>
        <a:spcBef>
          <a:spcPts val="0"/>
        </a:spcBef>
        <a:spcAft>
          <a:spcPts val="0"/>
        </a:spcAft>
      </a:defPPr>
      <a:lvl1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1pPr>
      <a:lvl2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2pPr>
    </p:titleStyle>
    <p:bodyStyle>
      <a:defPPr algn="l" rtl="0" marR="0">
        <a:lnSpc>
          <a:spcPct val="100000"/>
        </a:lnSpc>
        <a:spcBef>
          <a:spcPts val="0"/>
        </a:spcBef>
        <a:spcAft>
          <a:spcPts val="0"/>
        </a:spcAft>
      </a:defPPr>
      <a:lvl1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1pPr>
      <a:lvl2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2pPr>
      <a:lvl3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3pPr>
      <a:lvl4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4pPr>
      <a:lvl5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5pPr>
      <a:lvl6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6pPr>
      <a:lvl7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7pPr>
      <a:lvl8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8pPr>
      <a:lvl9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9pPr>
    </p:bodyStyle>
    <p:otherStyle>
      <a:defPPr algn="l" rtl="0" marR="0">
        <a:lnSpc>
          <a:spcPct val="100000"/>
        </a:lnSpc>
        <a:spcBef>
          <a:spcPts val="0"/>
        </a:spcBef>
        <a:spcAft>
          <a:spcPts val="0"/>
        </a:spcAft>
      </a:defPPr>
      <a:lvl1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1pPr>
      <a:lvl2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2pPr>
      <a:lvl3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3pPr>
      <a:lvl4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4pPr>
      <a:lvl5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5pPr>
      <a:lvl6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6pPr>
      <a:lvl7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7pPr>
      <a:lvl8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8pPr>
      <a:lvl9pPr algn="l" rtl="0" marR="0">
        <a:lnSpc>
          <a:spcPct val="100000"/>
        </a:lnSpc>
        <a:spcBef>
          <a:spcPts val="0"/>
        </a:spcBef>
        <a:spcAft>
          <a:spcPts val="0"/>
        </a:spcAft>
        <a:buNone/>
        <a:defRPr strike="noStrike" u="none" b="0" cap="none" baseline="0" sz="1400" i="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Target="../notesSlides/notesSlide1.xml" Type="http://schemas.openxmlformats.org/officeDocument/2006/relationships/notesSlide" Id="rId2"/><Relationship Target="../slideLayouts/slideLayout1.xml" Type="http://schemas.openxmlformats.org/officeDocument/2006/relationships/slideLayout" Id="rId1"/></Relationships>
</file>

<file path=ppt/slides/_rels/slide2.xml.rels><?xml version="1.0" encoding="UTF-8" standalone="yes"?><Relationships xmlns="http://schemas.openxmlformats.org/package/2006/relationships"><Relationship Target="../notesSlides/notesSlide2.xml" Type="http://schemas.openxmlformats.org/officeDocument/2006/relationships/notesSlide" Id="rId2"/><Relationship Target="../slideLayouts/slideLayout1.xml" Type="http://schemas.openxmlformats.org/officeDocument/2006/relationships/slideLayout" Id="rId1"/><Relationship Target="../media/image04.jpg" Type="http://schemas.openxmlformats.org/officeDocument/2006/relationships/image" Id="rId3"/></Relationships>
</file>

<file path=ppt/slides/_rels/slide3.xml.rels><?xml version="1.0" encoding="UTF-8" standalone="yes"?><Relationships xmlns="http://schemas.openxmlformats.org/package/2006/relationships"><Relationship Target="../notesSlides/notesSlide3.xml" Type="http://schemas.openxmlformats.org/officeDocument/2006/relationships/notesSlide" Id="rId2"/><Relationship Target="../slideLayouts/slideLayout1.xml" Type="http://schemas.openxmlformats.org/officeDocument/2006/relationships/slideLayout" Id="rId1"/><Relationship Target="../media/image01.png" Type="http://schemas.openxmlformats.org/officeDocument/2006/relationships/image" Id="rId4"/><Relationship Target="../media/image14.png" Type="http://schemas.openxmlformats.org/officeDocument/2006/relationships/image" Id="rId3"/></Relationships>
</file>

<file path=ppt/slides/_rels/slide4.xml.rels><?xml version="1.0" encoding="UTF-8" standalone="yes"?><Relationships xmlns="http://schemas.openxmlformats.org/package/2006/relationships"><Relationship Target="../notesSlides/notesSlide4.xml" Type="http://schemas.openxmlformats.org/officeDocument/2006/relationships/notesSlide" Id="rId2"/><Relationship Target="../slideLayouts/slideLayout1.xml" Type="http://schemas.openxmlformats.org/officeDocument/2006/relationships/slideLayout" Id="rId1"/><Relationship Target="../media/image00.png" Type="http://schemas.openxmlformats.org/officeDocument/2006/relationships/image" Id="rId3"/></Relationships>
</file>

<file path=ppt/slides/_rels/slide5.xml.rels><?xml version="1.0" encoding="UTF-8" standalone="yes"?><Relationships xmlns="http://schemas.openxmlformats.org/package/2006/relationships"><Relationship Target="../notesSlides/notesSlide5.xml" Type="http://schemas.openxmlformats.org/officeDocument/2006/relationships/notesSlide" Id="rId2"/><Relationship Target="../slideLayouts/slideLayout1.xml" Type="http://schemas.openxmlformats.org/officeDocument/2006/relationships/slideLayout" Id="rId1"/><Relationship Target="../media/image03.png" Type="http://schemas.openxmlformats.org/officeDocument/2006/relationships/image" Id="rId4"/><Relationship Target="../media/image00.png" Type="http://schemas.openxmlformats.org/officeDocument/2006/relationships/image" Id="rId3"/></Relationships>
</file>

<file path=ppt/slides/_rels/slide6.xml.rels><?xml version="1.0" encoding="UTF-8" standalone="yes"?><Relationships xmlns="http://schemas.openxmlformats.org/package/2006/relationships"><Relationship Target="../notesSlides/notesSlide6.xml" Type="http://schemas.openxmlformats.org/officeDocument/2006/relationships/notesSlide" Id="rId2"/><Relationship Target="../slideLayouts/slideLayout1.xml" Type="http://schemas.openxmlformats.org/officeDocument/2006/relationships/slideLayout" Id="rId1"/><Relationship Target="../media/image03.png" Type="http://schemas.openxmlformats.org/officeDocument/2006/relationships/image" Id="rId4"/><Relationship Target="../media/image00.png" Type="http://schemas.openxmlformats.org/officeDocument/2006/relationships/image" Id="rId3"/><Relationship Target="../media/image02.png" Type="http://schemas.openxmlformats.org/officeDocument/2006/relationships/image" Id="rId5"/></Relationships>
</file>

<file path=ppt/slides/_rels/slide7.xml.rels><?xml version="1.0" encoding="UTF-8" standalone="yes"?><Relationships xmlns="http://schemas.openxmlformats.org/package/2006/relationships"><Relationship Target="../notesSlides/notesSlide7.xml" Type="http://schemas.openxmlformats.org/officeDocument/2006/relationships/notesSlide" Id="rId2"/><Relationship Target="../slideLayouts/slideLayout1.xml" Type="http://schemas.openxmlformats.org/officeDocument/2006/relationships/slideLayout" Id="rId1"/><Relationship Target="../media/image03.png" Type="http://schemas.openxmlformats.org/officeDocument/2006/relationships/image" Id="rId4"/><Relationship Target="../media/image00.png" Type="http://schemas.openxmlformats.org/officeDocument/2006/relationships/image" Id="rId3"/><Relationship Target="../media/image05.png" Type="http://schemas.openxmlformats.org/officeDocument/2006/relationships/image" Id="rId6"/><Relationship Target="../media/image02.png" Type="http://schemas.openxmlformats.org/officeDocument/2006/relationships/image" Id="rId5"/></Relationships>
</file>

<file path=ppt/slides/_rels/slide8.xml.rels><?xml version="1.0" encoding="UTF-8" standalone="yes"?><Relationships xmlns="http://schemas.openxmlformats.org/package/2006/relationships"><Relationship Target="../notesSlides/notesSlide8.xml" Type="http://schemas.openxmlformats.org/officeDocument/2006/relationships/notesSlide" Id="rId2"/><Relationship Target="../slideLayouts/slideLayout1.xml" Type="http://schemas.openxmlformats.org/officeDocument/2006/relationships/slideLayout" Id="rId1"/><Relationship Target="../media/image03.png" Type="http://schemas.openxmlformats.org/officeDocument/2006/relationships/image" Id="rId4"/><Relationship Target="../media/image00.png" Type="http://schemas.openxmlformats.org/officeDocument/2006/relationships/image" Id="rId3"/><Relationship Target="../media/image05.png" Type="http://schemas.openxmlformats.org/officeDocument/2006/relationships/image" Id="rId6"/><Relationship Target="../media/image02.png" Type="http://schemas.openxmlformats.org/officeDocument/2006/relationships/image" Id="rId5"/><Relationship Target="../media/image08.png" Type="http://schemas.openxmlformats.org/officeDocument/2006/relationships/image" Id="rId7"/></Relationships>
</file>

<file path=ppt/slides/_rels/slide9.xml.rels><?xml version="1.0" encoding="UTF-8" standalone="yes"?><Relationships xmlns="http://schemas.openxmlformats.org/package/2006/relationships"><Relationship Target="../notesSlides/notesSlide9.xml" Type="http://schemas.openxmlformats.org/officeDocument/2006/relationships/notesSlide" Id="rId2"/><Relationship Target="../slideLayouts/slideLayout1.xml" Type="http://schemas.openxmlformats.org/officeDocument/2006/relationships/slideLayout" Id="rId1"/></Relationships>
</file>

<file path=ppt/slides/_rels/slide10.xml.rels><?xml version="1.0" encoding="UTF-8" standalone="yes"?><Relationships xmlns="http://schemas.openxmlformats.org/package/2006/relationships"><Relationship Target="../notesSlides/notesSlide10.xml" Type="http://schemas.openxmlformats.org/officeDocument/2006/relationships/notesSlide" Id="rId2"/><Relationship Target="../slideLayouts/slideLayout1.xml" Type="http://schemas.openxmlformats.org/officeDocument/2006/relationships/slideLayout" Id="rId1"/></Relationships>
</file>

<file path=ppt/slides/_rels/slide11.xml.rels><?xml version="1.0" encoding="UTF-8" standalone="yes"?><Relationships xmlns="http://schemas.openxmlformats.org/package/2006/relationships"><Relationship Target="../notesSlides/notesSlide11.xml" Type="http://schemas.openxmlformats.org/officeDocument/2006/relationships/notesSlide" Id="rId2"/><Relationship Target="../slideLayouts/slideLayout1.xml" Type="http://schemas.openxmlformats.org/officeDocument/2006/relationships/slideLayout" Id="rId1"/><Relationship Target="../media/image13.png" Type="http://schemas.openxmlformats.org/officeDocument/2006/relationships/image" Id="rId3"/></Relationships>
</file>

<file path=ppt/slides/_rels/slide12.xml.rels><?xml version="1.0" encoding="UTF-8" standalone="yes"?><Relationships xmlns="http://schemas.openxmlformats.org/package/2006/relationships"><Relationship Target="../notesSlides/notesSlide12.xml" Type="http://schemas.openxmlformats.org/officeDocument/2006/relationships/notesSlide" Id="rId2"/><Relationship Target="../slideLayouts/slideLayout1.xml" Type="http://schemas.openxmlformats.org/officeDocument/2006/relationships/slideLayout" Id="rId1"/><Relationship Target="../media/image06.png" Type="http://schemas.openxmlformats.org/officeDocument/2006/relationships/image" Id="rId3"/></Relationships>
</file>

<file path=ppt/slides/_rels/slide13.xml.rels><?xml version="1.0" encoding="UTF-8" standalone="yes"?><Relationships xmlns="http://schemas.openxmlformats.org/package/2006/relationships"><Relationship Target="../notesSlides/notesSlide13.xml" Type="http://schemas.openxmlformats.org/officeDocument/2006/relationships/notesSlide" Id="rId2"/><Relationship Target="../slideLayouts/slideLayout1.xml" Type="http://schemas.openxmlformats.org/officeDocument/2006/relationships/slideLayout" Id="rId1"/><Relationship Target="../media/image12.png" Type="http://schemas.openxmlformats.org/officeDocument/2006/relationships/image" Id="rId3"/></Relationships>
</file>

<file path=ppt/slides/_rels/slide14.xml.rels><?xml version="1.0" encoding="UTF-8" standalone="yes"?><Relationships xmlns="http://schemas.openxmlformats.org/package/2006/relationships"><Relationship Target="../notesSlides/notesSlide14.xml" Type="http://schemas.openxmlformats.org/officeDocument/2006/relationships/notesSlide" Id="rId2"/><Relationship Target="../slideLayouts/slideLayout1.xml" Type="http://schemas.openxmlformats.org/officeDocument/2006/relationships/slideLayout" Id="rId1"/><Relationship Target="../media/image15.png" Type="http://schemas.openxmlformats.org/officeDocument/2006/relationships/image" Id="rId3"/></Relationships>
</file>

<file path=ppt/slides/_rels/slide15.xml.rels><?xml version="1.0" encoding="UTF-8" standalone="yes"?><Relationships xmlns="http://schemas.openxmlformats.org/package/2006/relationships"><Relationship Target="../notesSlides/notesSlide15.xml" Type="http://schemas.openxmlformats.org/officeDocument/2006/relationships/notesSlide" Id="rId2"/><Relationship Target="../slideLayouts/slideLayout1.xml" Type="http://schemas.openxmlformats.org/officeDocument/2006/relationships/slideLayout" Id="rId1"/><Relationship Target="../media/image10.png" Type="http://schemas.openxmlformats.org/officeDocument/2006/relationships/image" Id="rId3"/></Relationships>
</file>

<file path=ppt/slides/_rels/slide16.xml.rels><?xml version="1.0" encoding="UTF-8" standalone="yes"?><Relationships xmlns="http://schemas.openxmlformats.org/package/2006/relationships"><Relationship Target="../notesSlides/notesSlide16.xml" Type="http://schemas.openxmlformats.org/officeDocument/2006/relationships/notesSlide" Id="rId2"/><Relationship Target="../slideLayouts/slideLayout1.xml" Type="http://schemas.openxmlformats.org/officeDocument/2006/relationships/slideLayout" Id="rId1"/><Relationship Target="../media/image11.png" Type="http://schemas.openxmlformats.org/officeDocument/2006/relationships/image" Id="rId3"/></Relationships>
</file>

<file path=ppt/slides/_rels/slide17.xml.rels><?xml version="1.0" encoding="UTF-8" standalone="yes"?><Relationships xmlns="http://schemas.openxmlformats.org/package/2006/relationships"><Relationship Target="../notesSlides/notesSlide17.xml" Type="http://schemas.openxmlformats.org/officeDocument/2006/relationships/notesSlide" Id="rId2"/><Relationship Target="../slideLayouts/slideLayout1.xml" Type="http://schemas.openxmlformats.org/officeDocument/2006/relationships/slideLayout" Id="rId1"/></Relationships>
</file>

<file path=ppt/slides/_rels/slide18.xml.rels><?xml version="1.0" encoding="UTF-8" standalone="yes"?><Relationships xmlns="http://schemas.openxmlformats.org/package/2006/relationships"><Relationship Target="../notesSlides/notesSlide18.xml" Type="http://schemas.openxmlformats.org/officeDocument/2006/relationships/notesSlide" Id="rId2"/><Relationship Target="../slideLayouts/slideLayout1.xml" Type="http://schemas.openxmlformats.org/officeDocument/2006/relationships/slideLayout" Id="rId1"/><Relationship Target="../media/image09.png" Type="http://schemas.openxmlformats.org/officeDocument/2006/relationships/image" Id="rId3"/></Relationships>
</file>

<file path=ppt/slides/_rels/slide19.xml.rels><?xml version="1.0" encoding="UTF-8" standalone="yes"?><Relationships xmlns="http://schemas.openxmlformats.org/package/2006/relationships"><Relationship Target="../notesSlides/notesSlide19.xml" Type="http://schemas.openxmlformats.org/officeDocument/2006/relationships/notesSlide" Id="rId2"/><Relationship Target="../slideLayouts/slideLayout1.xml" Type="http://schemas.openxmlformats.org/officeDocument/2006/relationships/slideLayout" Id="rId1"/></Relationships>
</file>

<file path=ppt/slides/_rels/slide20.xml.rels><?xml version="1.0" encoding="UTF-8" standalone="yes"?><Relationships xmlns="http://schemas.openxmlformats.org/package/2006/relationships"><Relationship Target="../notesSlides/notesSlide20.xml" Type="http://schemas.openxmlformats.org/officeDocument/2006/relationships/notesSlide" Id="rId2"/><Relationship Target="../slideLayouts/slideLayout1.xml" Type="http://schemas.openxmlformats.org/officeDocument/2006/relationships/slideLayout" Id="rId1"/><Relationship Target="../media/image07.png" Type="http://schemas.openxmlformats.org/officeDocument/2006/relationships/image" Id="rId3"/></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 name="Shape 22"/>
        <p:cNvGrpSpPr/>
        <p:nvPr/>
      </p:nvGrpSpPr>
      <p:grpSpPr>
        <a:xfrm>
          <a:off y="0" x="0"/>
          <a:ext cy="0" cx="0"/>
          <a:chOff y="0" x="0"/>
          <a:chExt cy="0" cx="0"/>
        </a:xfrm>
      </p:grpSpPr>
      <p:sp>
        <p:nvSpPr>
          <p:cNvPr id="23" name="Shape 23"/>
          <p:cNvSpPr txBox="1"/>
          <p:nvPr>
            <p:ph type="ctrTitle"/>
          </p:nvPr>
        </p:nvSpPr>
        <p:spPr>
          <a:xfrm>
            <a:off y="2746142" x="685800"/>
            <a:ext cy="1159799" cx="7772400"/>
          </a:xfrm>
          <a:prstGeom prst="rect">
            <a:avLst/>
          </a:prstGeom>
        </p:spPr>
        <p:txBody>
          <a:bodyPr bIns="91425" rIns="91425" lIns="91425" tIns="91425" anchor="b" anchorCtr="0">
            <a:noAutofit/>
          </a:bodyPr>
          <a:lstStyle/>
          <a:p>
            <a:pPr>
              <a:spcBef>
                <a:spcPts val="0"/>
              </a:spcBef>
              <a:buNone/>
            </a:pPr>
            <a:r>
              <a:rPr lang="en"/>
              <a:t>An ecosystem design for supporting entrepreneurial economies</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7" name="Shape 27"/>
        <p:cNvGrpSpPr/>
        <p:nvPr/>
      </p:nvGrpSpPr>
      <p:grpSpPr>
        <a:xfrm>
          <a:off y="0" x="0"/>
          <a:ext cy="0" cx="0"/>
          <a:chOff y="0" x="0"/>
          <a:chExt cy="0" cx="0"/>
        </a:xfrm>
      </p:grpSpPr>
      <p:pic>
        <p:nvPicPr>
          <p:cNvPr id="28" name="Shape 28"/>
          <p:cNvPicPr preferRelativeResize="0"/>
          <p:nvPr/>
        </p:nvPicPr>
        <p:blipFill>
          <a:blip r:embed="rId3">
            <a:alphaModFix/>
          </a:blip>
          <a:stretch>
            <a:fillRect/>
          </a:stretch>
        </p:blipFill>
        <p:spPr>
          <a:xfrm>
            <a:off y="411450" x="1559087"/>
            <a:ext cy="3969726" cx="5873423"/>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2" name="Shape 32"/>
        <p:cNvGrpSpPr/>
        <p:nvPr/>
      </p:nvGrpSpPr>
      <p:grpSpPr>
        <a:xfrm>
          <a:off y="0" x="0"/>
          <a:ext cy="0" cx="0"/>
          <a:chOff y="0" x="0"/>
          <a:chExt cy="0" cx="0"/>
        </a:xfrm>
      </p:grpSpPr>
      <p:pic>
        <p:nvPicPr>
          <p:cNvPr id="33" name="Shape 33"/>
          <p:cNvPicPr preferRelativeResize="0"/>
          <p:nvPr/>
        </p:nvPicPr>
        <p:blipFill>
          <a:blip r:embed="rId3">
            <a:alphaModFix/>
          </a:blip>
          <a:stretch>
            <a:fillRect/>
          </a:stretch>
        </p:blipFill>
        <p:spPr>
          <a:xfrm>
            <a:off y="-103325" x="-6"/>
            <a:ext cy="4957575" cx="8175281"/>
          </a:xfrm>
          <a:prstGeom prst="rect">
            <a:avLst/>
          </a:prstGeom>
          <a:noFill/>
          <a:ln>
            <a:noFill/>
          </a:ln>
        </p:spPr>
      </p:pic>
      <p:pic>
        <p:nvPicPr>
          <p:cNvPr id="34" name="Shape 34"/>
          <p:cNvPicPr preferRelativeResize="0"/>
          <p:nvPr/>
        </p:nvPicPr>
        <p:blipFill>
          <a:blip r:embed="rId4">
            <a:alphaModFix/>
          </a:blip>
          <a:stretch>
            <a:fillRect/>
          </a:stretch>
        </p:blipFill>
        <p:spPr>
          <a:xfrm>
            <a:off y="276375" x="6827000"/>
            <a:ext cy="1924374" cx="1924374"/>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8" name="Shape 38"/>
        <p:cNvGrpSpPr/>
        <p:nvPr/>
      </p:nvGrpSpPr>
      <p:grpSpPr>
        <a:xfrm>
          <a:off y="0" x="0"/>
          <a:ext cy="0" cx="0"/>
          <a:chOff y="0" x="0"/>
          <a:chExt cy="0" cx="0"/>
        </a:xfrm>
      </p:grpSpPr>
      <p:pic>
        <p:nvPicPr>
          <p:cNvPr id="39" name="Shape 39"/>
          <p:cNvPicPr preferRelativeResize="0"/>
          <p:nvPr/>
        </p:nvPicPr>
        <p:blipFill>
          <a:blip r:embed="rId3">
            <a:alphaModFix/>
          </a:blip>
          <a:stretch>
            <a:fillRect/>
          </a:stretch>
        </p:blipFill>
        <p:spPr>
          <a:xfrm>
            <a:off y="1321250" x="0"/>
            <a:ext cy="2680024" cx="4947150"/>
          </a:xfrm>
          <a:prstGeom prst="rect">
            <a:avLst/>
          </a:prstGeom>
          <a:noFill/>
          <a:ln>
            <a:noFill/>
          </a:ln>
        </p:spPr>
      </p:pic>
      <p:sp>
        <p:nvSpPr>
          <p:cNvPr id="40" name="Shape 40"/>
          <p:cNvSpPr txBox="1"/>
          <p:nvPr>
            <p:ph type="ctrTitle"/>
          </p:nvPr>
        </p:nvSpPr>
        <p:spPr>
          <a:xfrm>
            <a:off y="-7" x="-2779375"/>
            <a:ext cy="1159799" cx="7772400"/>
          </a:xfrm>
          <a:prstGeom prst="rect">
            <a:avLst/>
          </a:prstGeom>
        </p:spPr>
        <p:txBody>
          <a:bodyPr bIns="91425" rIns="91425" lIns="91425" tIns="91425" anchor="b" anchorCtr="0">
            <a:noAutofit/>
          </a:bodyPr>
          <a:lstStyle/>
          <a:p>
            <a:pPr rtl="0" lvl="0">
              <a:spcBef>
                <a:spcPts val="0"/>
              </a:spcBef>
              <a:buNone/>
            </a:pPr>
            <a:r>
              <a:rPr lang="en"/>
              <a:t>Forms</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4" name="Shape 44"/>
        <p:cNvGrpSpPr/>
        <p:nvPr/>
      </p:nvGrpSpPr>
      <p:grpSpPr>
        <a:xfrm>
          <a:off y="0" x="0"/>
          <a:ext cy="0" cx="0"/>
          <a:chOff y="0" x="0"/>
          <a:chExt cy="0" cx="0"/>
        </a:xfrm>
      </p:grpSpPr>
      <p:pic>
        <p:nvPicPr>
          <p:cNvPr id="45" name="Shape 45"/>
          <p:cNvPicPr preferRelativeResize="0"/>
          <p:nvPr/>
        </p:nvPicPr>
        <p:blipFill>
          <a:blip r:embed="rId3">
            <a:alphaModFix/>
          </a:blip>
          <a:stretch>
            <a:fillRect/>
          </a:stretch>
        </p:blipFill>
        <p:spPr>
          <a:xfrm>
            <a:off y="1321250" x="0"/>
            <a:ext cy="2680024" cx="4947150"/>
          </a:xfrm>
          <a:prstGeom prst="rect">
            <a:avLst/>
          </a:prstGeom>
          <a:noFill/>
          <a:ln>
            <a:noFill/>
          </a:ln>
        </p:spPr>
      </p:pic>
      <p:sp>
        <p:nvSpPr>
          <p:cNvPr id="46" name="Shape 46"/>
          <p:cNvSpPr txBox="1"/>
          <p:nvPr>
            <p:ph type="ctrTitle"/>
          </p:nvPr>
        </p:nvSpPr>
        <p:spPr>
          <a:xfrm>
            <a:off y="-7" x="-2779375"/>
            <a:ext cy="1159799" cx="7772400"/>
          </a:xfrm>
          <a:prstGeom prst="rect">
            <a:avLst/>
          </a:prstGeom>
        </p:spPr>
        <p:txBody>
          <a:bodyPr bIns="91425" rIns="91425" lIns="91425" tIns="91425" anchor="b" anchorCtr="0">
            <a:noAutofit/>
          </a:bodyPr>
          <a:lstStyle/>
          <a:p>
            <a:pPr rtl="0" lvl="0">
              <a:spcBef>
                <a:spcPts val="0"/>
              </a:spcBef>
              <a:buNone/>
            </a:pPr>
            <a:r>
              <a:rPr lang="en"/>
              <a:t>Forms</a:t>
            </a:r>
          </a:p>
        </p:txBody>
      </p:sp>
      <p:pic>
        <p:nvPicPr>
          <p:cNvPr id="47" name="Shape 47"/>
          <p:cNvPicPr preferRelativeResize="0"/>
          <p:nvPr/>
        </p:nvPicPr>
        <p:blipFill>
          <a:blip r:embed="rId4">
            <a:alphaModFix/>
          </a:blip>
          <a:stretch>
            <a:fillRect/>
          </a:stretch>
        </p:blipFill>
        <p:spPr>
          <a:xfrm>
            <a:off y="152400" x="5016800"/>
            <a:ext cy="3659499" cx="3133899"/>
          </a:xfrm>
          <a:prstGeom prst="rect">
            <a:avLst/>
          </a:prstGeom>
          <a:noFill/>
          <a:ln>
            <a:noFill/>
          </a:ln>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1" name="Shape 51"/>
        <p:cNvGrpSpPr/>
        <p:nvPr/>
      </p:nvGrpSpPr>
      <p:grpSpPr>
        <a:xfrm>
          <a:off y="0" x="0"/>
          <a:ext cy="0" cx="0"/>
          <a:chOff y="0" x="0"/>
          <a:chExt cy="0" cx="0"/>
        </a:xfrm>
      </p:grpSpPr>
      <p:pic>
        <p:nvPicPr>
          <p:cNvPr id="52" name="Shape 52"/>
          <p:cNvPicPr preferRelativeResize="0"/>
          <p:nvPr/>
        </p:nvPicPr>
        <p:blipFill>
          <a:blip r:embed="rId3">
            <a:alphaModFix/>
          </a:blip>
          <a:stretch>
            <a:fillRect/>
          </a:stretch>
        </p:blipFill>
        <p:spPr>
          <a:xfrm>
            <a:off y="1321250" x="0"/>
            <a:ext cy="2680024" cx="4947150"/>
          </a:xfrm>
          <a:prstGeom prst="rect">
            <a:avLst/>
          </a:prstGeom>
          <a:noFill/>
          <a:ln>
            <a:noFill/>
          </a:ln>
        </p:spPr>
      </p:pic>
      <p:sp>
        <p:nvSpPr>
          <p:cNvPr id="53" name="Shape 53"/>
          <p:cNvSpPr txBox="1"/>
          <p:nvPr>
            <p:ph type="ctrTitle"/>
          </p:nvPr>
        </p:nvSpPr>
        <p:spPr>
          <a:xfrm>
            <a:off y="-7" x="-2779375"/>
            <a:ext cy="1159799" cx="7772400"/>
          </a:xfrm>
          <a:prstGeom prst="rect">
            <a:avLst/>
          </a:prstGeom>
        </p:spPr>
        <p:txBody>
          <a:bodyPr bIns="91425" rIns="91425" lIns="91425" tIns="91425" anchor="b" anchorCtr="0">
            <a:noAutofit/>
          </a:bodyPr>
          <a:lstStyle/>
          <a:p>
            <a:pPr rtl="0" lvl="0">
              <a:spcBef>
                <a:spcPts val="0"/>
              </a:spcBef>
              <a:buNone/>
            </a:pPr>
            <a:r>
              <a:rPr lang="en"/>
              <a:t>Forms</a:t>
            </a:r>
          </a:p>
        </p:txBody>
      </p:sp>
      <p:pic>
        <p:nvPicPr>
          <p:cNvPr id="54" name="Shape 54"/>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55" name="Shape 55"/>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56" name="Shape 56"/>
          <p:cNvPicPr preferRelativeResize="0"/>
          <p:nvPr/>
        </p:nvPicPr>
        <p:blipFill>
          <a:blip r:embed="rId5">
            <a:alphaModFix/>
          </a:blip>
          <a:stretch>
            <a:fillRect/>
          </a:stretch>
        </p:blipFill>
        <p:spPr>
          <a:xfrm>
            <a:off y="1224100" x="2655625"/>
            <a:ext cy="3659499" cx="3510497"/>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0" name="Shape 60"/>
        <p:cNvGrpSpPr/>
        <p:nvPr/>
      </p:nvGrpSpPr>
      <p:grpSpPr>
        <a:xfrm>
          <a:off y="0" x="0"/>
          <a:ext cy="0" cx="0"/>
          <a:chOff y="0" x="0"/>
          <a:chExt cy="0" cx="0"/>
        </a:xfrm>
      </p:grpSpPr>
      <p:pic>
        <p:nvPicPr>
          <p:cNvPr id="61" name="Shape 61"/>
          <p:cNvPicPr preferRelativeResize="0"/>
          <p:nvPr/>
        </p:nvPicPr>
        <p:blipFill>
          <a:blip r:embed="rId3">
            <a:alphaModFix/>
          </a:blip>
          <a:stretch>
            <a:fillRect/>
          </a:stretch>
        </p:blipFill>
        <p:spPr>
          <a:xfrm>
            <a:off y="1321250" x="0"/>
            <a:ext cy="2680024" cx="4947150"/>
          </a:xfrm>
          <a:prstGeom prst="rect">
            <a:avLst/>
          </a:prstGeom>
          <a:noFill/>
          <a:ln>
            <a:noFill/>
          </a:ln>
        </p:spPr>
      </p:pic>
      <p:sp>
        <p:nvSpPr>
          <p:cNvPr id="62" name="Shape 62"/>
          <p:cNvSpPr txBox="1"/>
          <p:nvPr>
            <p:ph type="ctrTitle"/>
          </p:nvPr>
        </p:nvSpPr>
        <p:spPr>
          <a:xfrm>
            <a:off y="-7" x="-2779375"/>
            <a:ext cy="1159799" cx="7772400"/>
          </a:xfrm>
          <a:prstGeom prst="rect">
            <a:avLst/>
          </a:prstGeom>
        </p:spPr>
        <p:txBody>
          <a:bodyPr bIns="91425" rIns="91425" lIns="91425" tIns="91425" anchor="b" anchorCtr="0">
            <a:noAutofit/>
          </a:bodyPr>
          <a:lstStyle/>
          <a:p>
            <a:pPr rtl="0" lvl="0">
              <a:spcBef>
                <a:spcPts val="0"/>
              </a:spcBef>
              <a:buNone/>
            </a:pPr>
            <a:r>
              <a:rPr lang="en"/>
              <a:t>Forms</a:t>
            </a:r>
          </a:p>
        </p:txBody>
      </p:sp>
      <p:pic>
        <p:nvPicPr>
          <p:cNvPr id="63" name="Shape 63"/>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64" name="Shape 64"/>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65" name="Shape 65"/>
          <p:cNvPicPr preferRelativeResize="0"/>
          <p:nvPr/>
        </p:nvPicPr>
        <p:blipFill>
          <a:blip r:embed="rId5">
            <a:alphaModFix/>
          </a:blip>
          <a:stretch>
            <a:fillRect/>
          </a:stretch>
        </p:blipFill>
        <p:spPr>
          <a:xfrm>
            <a:off y="1224100" x="2655625"/>
            <a:ext cy="3659499" cx="3510497"/>
          </a:xfrm>
          <a:prstGeom prst="rect">
            <a:avLst/>
          </a:prstGeom>
          <a:noFill/>
          <a:ln>
            <a:noFill/>
          </a:ln>
        </p:spPr>
      </p:pic>
      <p:pic>
        <p:nvPicPr>
          <p:cNvPr id="66" name="Shape 66"/>
          <p:cNvPicPr preferRelativeResize="0"/>
          <p:nvPr/>
        </p:nvPicPr>
        <p:blipFill>
          <a:blip r:embed="rId6">
            <a:alphaModFix/>
          </a:blip>
          <a:stretch>
            <a:fillRect/>
          </a:stretch>
        </p:blipFill>
        <p:spPr>
          <a:xfrm>
            <a:off y="196675" x="4224448"/>
            <a:ext cy="4750149" cx="3688650"/>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0" name="Shape 70"/>
        <p:cNvGrpSpPr/>
        <p:nvPr/>
      </p:nvGrpSpPr>
      <p:grpSpPr>
        <a:xfrm>
          <a:off y="0" x="0"/>
          <a:ext cy="0" cx="0"/>
          <a:chOff y="0" x="0"/>
          <a:chExt cy="0" cx="0"/>
        </a:xfrm>
      </p:grpSpPr>
      <p:pic>
        <p:nvPicPr>
          <p:cNvPr id="71" name="Shape 71"/>
          <p:cNvPicPr preferRelativeResize="0"/>
          <p:nvPr/>
        </p:nvPicPr>
        <p:blipFill>
          <a:blip r:embed="rId3">
            <a:alphaModFix/>
          </a:blip>
          <a:stretch>
            <a:fillRect/>
          </a:stretch>
        </p:blipFill>
        <p:spPr>
          <a:xfrm>
            <a:off y="1321250" x="0"/>
            <a:ext cy="2680024" cx="4947150"/>
          </a:xfrm>
          <a:prstGeom prst="rect">
            <a:avLst/>
          </a:prstGeom>
          <a:noFill/>
          <a:ln>
            <a:noFill/>
          </a:ln>
        </p:spPr>
      </p:pic>
      <p:sp>
        <p:nvSpPr>
          <p:cNvPr id="72" name="Shape 72"/>
          <p:cNvSpPr txBox="1"/>
          <p:nvPr>
            <p:ph type="ctrTitle"/>
          </p:nvPr>
        </p:nvSpPr>
        <p:spPr>
          <a:xfrm>
            <a:off y="-7" x="-2779375"/>
            <a:ext cy="1159799" cx="7772400"/>
          </a:xfrm>
          <a:prstGeom prst="rect">
            <a:avLst/>
          </a:prstGeom>
        </p:spPr>
        <p:txBody>
          <a:bodyPr bIns="91425" rIns="91425" lIns="91425" tIns="91425" anchor="b" anchorCtr="0">
            <a:noAutofit/>
          </a:bodyPr>
          <a:lstStyle/>
          <a:p>
            <a:pPr rtl="0" lvl="0">
              <a:spcBef>
                <a:spcPts val="0"/>
              </a:spcBef>
              <a:buNone/>
            </a:pPr>
            <a:r>
              <a:rPr lang="en"/>
              <a:t>Forms</a:t>
            </a:r>
          </a:p>
        </p:txBody>
      </p:sp>
      <p:pic>
        <p:nvPicPr>
          <p:cNvPr id="73" name="Shape 73"/>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74" name="Shape 74"/>
          <p:cNvPicPr preferRelativeResize="0"/>
          <p:nvPr/>
        </p:nvPicPr>
        <p:blipFill>
          <a:blip r:embed="rId4">
            <a:alphaModFix/>
          </a:blip>
          <a:stretch>
            <a:fillRect/>
          </a:stretch>
        </p:blipFill>
        <p:spPr>
          <a:xfrm>
            <a:off y="152400" x="5016800"/>
            <a:ext cy="3659499" cx="3133899"/>
          </a:xfrm>
          <a:prstGeom prst="rect">
            <a:avLst/>
          </a:prstGeom>
          <a:noFill/>
          <a:ln>
            <a:noFill/>
          </a:ln>
        </p:spPr>
      </p:pic>
      <p:pic>
        <p:nvPicPr>
          <p:cNvPr id="75" name="Shape 75"/>
          <p:cNvPicPr preferRelativeResize="0"/>
          <p:nvPr/>
        </p:nvPicPr>
        <p:blipFill>
          <a:blip r:embed="rId5">
            <a:alphaModFix/>
          </a:blip>
          <a:stretch>
            <a:fillRect/>
          </a:stretch>
        </p:blipFill>
        <p:spPr>
          <a:xfrm>
            <a:off y="1224100" x="2655625"/>
            <a:ext cy="3659499" cx="3510497"/>
          </a:xfrm>
          <a:prstGeom prst="rect">
            <a:avLst/>
          </a:prstGeom>
          <a:noFill/>
          <a:ln>
            <a:noFill/>
          </a:ln>
        </p:spPr>
      </p:pic>
      <p:pic>
        <p:nvPicPr>
          <p:cNvPr id="76" name="Shape 76"/>
          <p:cNvPicPr preferRelativeResize="0"/>
          <p:nvPr/>
        </p:nvPicPr>
        <p:blipFill>
          <a:blip r:embed="rId6">
            <a:alphaModFix/>
          </a:blip>
          <a:stretch>
            <a:fillRect/>
          </a:stretch>
        </p:blipFill>
        <p:spPr>
          <a:xfrm>
            <a:off y="196675" x="4224448"/>
            <a:ext cy="4750149" cx="3688650"/>
          </a:xfrm>
          <a:prstGeom prst="rect">
            <a:avLst/>
          </a:prstGeom>
          <a:noFill/>
          <a:ln>
            <a:noFill/>
          </a:ln>
        </p:spPr>
      </p:pic>
      <p:pic>
        <p:nvPicPr>
          <p:cNvPr id="77" name="Shape 77"/>
          <p:cNvPicPr preferRelativeResize="0"/>
          <p:nvPr/>
        </p:nvPicPr>
        <p:blipFill>
          <a:blip r:embed="rId7">
            <a:alphaModFix/>
          </a:blip>
          <a:stretch>
            <a:fillRect/>
          </a:stretch>
        </p:blipFill>
        <p:spPr>
          <a:xfrm>
            <a:off y="0" x="2755525"/>
            <a:ext cy="4238625" cx="5057775"/>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1" name="Shape 81"/>
        <p:cNvGrpSpPr/>
        <p:nvPr/>
      </p:nvGrpSpPr>
      <p:grpSpPr>
        <a:xfrm>
          <a:off y="0" x="0"/>
          <a:ext cy="0" cx="0"/>
          <a:chOff y="0" x="0"/>
          <a:chExt cy="0" cx="0"/>
        </a:xfrm>
      </p:grpSpPr>
      <p:sp>
        <p:nvSpPr>
          <p:cNvPr id="82" name="Shape 82"/>
          <p:cNvSpPr txBox="1"/>
          <p:nvPr>
            <p:ph type="ctrTitle"/>
          </p:nvPr>
        </p:nvSpPr>
        <p:spPr>
          <a:xfrm>
            <a:off y="1583350" x="185675"/>
            <a:ext cy="1159799" cx="8727300"/>
          </a:xfrm>
          <a:prstGeom prst="rect">
            <a:avLst/>
          </a:prstGeom>
        </p:spPr>
        <p:txBody>
          <a:bodyPr bIns="91425" rIns="91425" lIns="91425" tIns="91425" anchor="b" anchorCtr="0">
            <a:noAutofit/>
          </a:bodyPr>
          <a:lstStyle/>
          <a:p>
            <a:pPr rtl="0" lvl="0">
              <a:spcBef>
                <a:spcPts val="0"/>
              </a:spcBef>
              <a:buNone/>
            </a:pPr>
            <a:r>
              <a:rPr lang="en"/>
              <a:t>City determines that Caitlin is in need of legal help</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6" name="Shape 86"/>
        <p:cNvGrpSpPr/>
        <p:nvPr/>
      </p:nvGrpSpPr>
      <p:grpSpPr>
        <a:xfrm>
          <a:off y="0" x="0"/>
          <a:ext cy="0" cx="0"/>
          <a:chOff y="0" x="0"/>
          <a:chExt cy="0" cx="0"/>
        </a:xfrm>
      </p:grpSpPr>
      <p:sp>
        <p:nvSpPr>
          <p:cNvPr id="87" name="Shape 87"/>
          <p:cNvSpPr txBox="1"/>
          <p:nvPr>
            <p:ph type="ctrTitle"/>
          </p:nvPr>
        </p:nvSpPr>
        <p:spPr>
          <a:xfrm>
            <a:off y="2148667" x="685800"/>
            <a:ext cy="1159799" cx="7772400"/>
          </a:xfrm>
          <a:prstGeom prst="rect">
            <a:avLst/>
          </a:prstGeom>
        </p:spPr>
        <p:txBody>
          <a:bodyPr bIns="91425" rIns="91425" lIns="91425" tIns="91425" anchor="b" anchorCtr="0">
            <a:noAutofit/>
          </a:bodyPr>
          <a:lstStyle/>
          <a:p>
            <a:pPr rtl="0">
              <a:spcBef>
                <a:spcPts val="0"/>
              </a:spcBef>
              <a:buNone/>
            </a:pPr>
            <a:r>
              <a:rPr lang="en"/>
              <a:t>City refers the entrepreneur to a legal services marketplace: </a:t>
            </a:r>
          </a:p>
          <a:p>
            <a:pPr rtl="0" lvl="0">
              <a:spcBef>
                <a:spcPts val="0"/>
              </a:spcBef>
              <a:buNone/>
            </a:pPr>
            <a:r>
              <a:rPr sz="2400" lang="en"/>
              <a:t>(Caitlin authorizes release of information)</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1" name="Shape 91"/>
        <p:cNvGrpSpPr/>
        <p:nvPr/>
      </p:nvGrpSpPr>
      <p:grpSpPr>
        <a:xfrm>
          <a:off y="0" x="0"/>
          <a:ext cy="0" cx="0"/>
          <a:chOff y="0" x="0"/>
          <a:chExt cy="0" cx="0"/>
        </a:xfrm>
      </p:grpSpPr>
      <p:sp>
        <p:nvSpPr>
          <p:cNvPr id="92" name="Shape 92"/>
          <p:cNvSpPr txBox="1"/>
          <p:nvPr>
            <p:ph type="ctrTitle"/>
          </p:nvPr>
        </p:nvSpPr>
        <p:spPr>
          <a:xfrm>
            <a:off y="-382582" x="685800"/>
            <a:ext cy="1159799" cx="7772400"/>
          </a:xfrm>
          <a:prstGeom prst="rect">
            <a:avLst/>
          </a:prstGeom>
        </p:spPr>
        <p:txBody>
          <a:bodyPr bIns="91425" rIns="91425" lIns="91425" tIns="91425" anchor="b" anchorCtr="0">
            <a:noAutofit/>
          </a:bodyPr>
          <a:lstStyle/>
          <a:p>
            <a:pPr rtl="0" lvl="0">
              <a:spcBef>
                <a:spcPts val="0"/>
              </a:spcBef>
              <a:buNone/>
            </a:pPr>
            <a:r>
              <a:rPr sz="1400" lang="en"/>
              <a:t>City refers the Caitlin to a legal services marketplace</a:t>
            </a:r>
          </a:p>
          <a:p>
            <a:pPr rtl="0" lvl="0">
              <a:spcBef>
                <a:spcPts val="0"/>
              </a:spcBef>
              <a:buNone/>
            </a:pPr>
            <a:r>
              <a:t/>
            </a:r>
            <a:endParaRPr sz="1400"/>
          </a:p>
        </p:txBody>
      </p:sp>
      <p:pic>
        <p:nvPicPr>
          <p:cNvPr id="93" name="Shape 93"/>
          <p:cNvPicPr preferRelativeResize="0"/>
          <p:nvPr/>
        </p:nvPicPr>
        <p:blipFill>
          <a:blip r:embed="rId3">
            <a:alphaModFix/>
          </a:blip>
          <a:stretch>
            <a:fillRect/>
          </a:stretch>
        </p:blipFill>
        <p:spPr>
          <a:xfrm>
            <a:off y="595099" x="1461412"/>
            <a:ext cy="4314325" cx="6221175"/>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7" name="Shape 97"/>
        <p:cNvGrpSpPr/>
        <p:nvPr/>
      </p:nvGrpSpPr>
      <p:grpSpPr>
        <a:xfrm>
          <a:off y="0" x="0"/>
          <a:ext cy="0" cx="0"/>
          <a:chOff y="0" x="0"/>
          <a:chExt cy="0" cx="0"/>
        </a:xfrm>
      </p:grpSpPr>
      <p:sp>
        <p:nvSpPr>
          <p:cNvPr id="98" name="Shape 98"/>
          <p:cNvSpPr txBox="1"/>
          <p:nvPr>
            <p:ph type="ctrTitle"/>
          </p:nvPr>
        </p:nvSpPr>
        <p:spPr>
          <a:xfrm>
            <a:off y="4021725" x="516050"/>
            <a:ext cy="1159799" cx="5357399"/>
          </a:xfrm>
          <a:prstGeom prst="rect">
            <a:avLst/>
          </a:prstGeom>
        </p:spPr>
        <p:txBody>
          <a:bodyPr bIns="91425" rIns="91425" lIns="91425" tIns="91425" anchor="b" anchorCtr="0">
            <a:noAutofit/>
          </a:bodyPr>
          <a:lstStyle/>
          <a:p>
            <a:pPr rtl="0">
              <a:spcBef>
                <a:spcPts val="0"/>
              </a:spcBef>
              <a:buNone/>
            </a:pPr>
            <a:r>
              <a:rPr sz="2400" lang="en"/>
              <a:t>Caitlin can login to a dedicated City-specific Community on LawGives using OpenID Connect </a:t>
            </a:r>
            <a:br>
              <a:rPr sz="3600" lang="en"/>
            </a:br>
          </a:p>
          <a:p>
            <a:pPr rtl="0">
              <a:spcBef>
                <a:spcPts val="0"/>
              </a:spcBef>
              <a:buNone/>
            </a:pPr>
            <a:r>
              <a:rPr sz="1800" lang="en"/>
              <a:t>Trust: By using a dedicated Community, Caitlin knows she is accessing lawyers who have agreed to offer services on terms agreed with the City. </a:t>
            </a:r>
          </a:p>
          <a:p>
            <a:pPr rtl="0">
              <a:spcBef>
                <a:spcPts val="0"/>
              </a:spcBef>
              <a:buNone/>
            </a:pPr>
            <a:r>
              <a:t/>
            </a:r>
            <a:endParaRPr sz="1800"/>
          </a:p>
          <a:p>
            <a:pPr rtl="0">
              <a:spcBef>
                <a:spcPts val="0"/>
              </a:spcBef>
              <a:buNone/>
            </a:pPr>
            <a:r>
              <a:rPr sz="1800" lang="en"/>
              <a:t>Data sharing: Joining the Community includes an agreement around aggregated data sharing back to the City around outcomes.</a:t>
            </a:r>
          </a:p>
          <a:p>
            <a:pPr rtl="0" lvl="0">
              <a:spcBef>
                <a:spcPts val="0"/>
              </a:spcBef>
              <a:buNone/>
            </a:pPr>
            <a:r>
              <a:t/>
            </a:r>
            <a:endParaRPr sz="3600"/>
          </a:p>
        </p:txBody>
      </p:sp>
      <p:pic>
        <p:nvPicPr>
          <p:cNvPr id="99" name="Shape 99"/>
          <p:cNvPicPr preferRelativeResize="0"/>
          <p:nvPr/>
        </p:nvPicPr>
        <p:blipFill>
          <a:blip r:embed="rId3">
            <a:alphaModFix/>
          </a:blip>
          <a:stretch>
            <a:fillRect/>
          </a:stretch>
        </p:blipFill>
        <p:spPr>
          <a:xfrm>
            <a:off y="1263100" x="6043200"/>
            <a:ext cy="2758629" cx="3034499"/>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3" name="Shape 103"/>
        <p:cNvGrpSpPr/>
        <p:nvPr/>
      </p:nvGrpSpPr>
      <p:grpSpPr>
        <a:xfrm>
          <a:off y="0" x="0"/>
          <a:ext cy="0" cx="0"/>
          <a:chOff y="0" x="0"/>
          <a:chExt cy="0" cx="0"/>
        </a:xfrm>
      </p:grpSpPr>
      <p:pic>
        <p:nvPicPr>
          <p:cNvPr id="104" name="Shape 104"/>
          <p:cNvPicPr preferRelativeResize="0"/>
          <p:nvPr/>
        </p:nvPicPr>
        <p:blipFill>
          <a:blip r:embed="rId3">
            <a:alphaModFix/>
          </a:blip>
          <a:stretch>
            <a:fillRect/>
          </a:stretch>
        </p:blipFill>
        <p:spPr>
          <a:xfrm>
            <a:off y="152400" x="152400"/>
            <a:ext cy="4991099" cx="8496645"/>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 name="Shape 108"/>
        <p:cNvGrpSpPr/>
        <p:nvPr/>
      </p:nvGrpSpPr>
      <p:grpSpPr>
        <a:xfrm>
          <a:off y="0" x="0"/>
          <a:ext cy="0" cx="0"/>
          <a:chOff y="0" x="0"/>
          <a:chExt cy="0" cx="0"/>
        </a:xfrm>
      </p:grpSpPr>
      <p:pic>
        <p:nvPicPr>
          <p:cNvPr id="109" name="Shape 109"/>
          <p:cNvPicPr preferRelativeResize="0"/>
          <p:nvPr/>
        </p:nvPicPr>
        <p:blipFill>
          <a:blip r:embed="rId3">
            <a:alphaModFix/>
          </a:blip>
          <a:stretch>
            <a:fillRect/>
          </a:stretch>
        </p:blipFill>
        <p:spPr>
          <a:xfrm>
            <a:off y="46624" x="85250"/>
            <a:ext cy="5050249" cx="7899449"/>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3" name="Shape 113"/>
        <p:cNvGrpSpPr/>
        <p:nvPr/>
      </p:nvGrpSpPr>
      <p:grpSpPr>
        <a:xfrm>
          <a:off y="0" x="0"/>
          <a:ext cy="0" cx="0"/>
          <a:chOff y="0" x="0"/>
          <a:chExt cy="0" cx="0"/>
        </a:xfrm>
      </p:grpSpPr>
      <p:sp>
        <p:nvSpPr>
          <p:cNvPr id="114" name="Shape 114"/>
          <p:cNvSpPr txBox="1"/>
          <p:nvPr>
            <p:ph type="ctrTitle"/>
          </p:nvPr>
        </p:nvSpPr>
        <p:spPr>
          <a:xfrm>
            <a:off y="3745717" x="3720391"/>
            <a:ext cy="827700" cx="5547600"/>
          </a:xfrm>
          <a:prstGeom prst="rect">
            <a:avLst/>
          </a:prstGeom>
        </p:spPr>
        <p:txBody>
          <a:bodyPr bIns="91425" rIns="91425" lIns="91425" tIns="91425" anchor="b" anchorCtr="0">
            <a:noAutofit/>
          </a:bodyPr>
          <a:lstStyle/>
          <a:p>
            <a:pPr algn="l" rtl="0" lvl="0">
              <a:spcBef>
                <a:spcPts val="0"/>
              </a:spcBef>
              <a:buNone/>
            </a:pPr>
            <a:r>
              <a:t/>
            </a:r>
            <a:endParaRPr/>
          </a:p>
        </p:txBody>
      </p:sp>
      <p:pic>
        <p:nvPicPr>
          <p:cNvPr id="115" name="Shape 115"/>
          <p:cNvPicPr preferRelativeResize="0"/>
          <p:nvPr/>
        </p:nvPicPr>
        <p:blipFill>
          <a:blip r:embed="rId3">
            <a:alphaModFix/>
          </a:blip>
          <a:stretch>
            <a:fillRect/>
          </a:stretch>
        </p:blipFill>
        <p:spPr>
          <a:xfrm>
            <a:off y="253462" x="690625"/>
            <a:ext cy="4636575" cx="7947449"/>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 name="Shape 119"/>
        <p:cNvGrpSpPr/>
        <p:nvPr/>
      </p:nvGrpSpPr>
      <p:grpSpPr>
        <a:xfrm>
          <a:off y="0" x="0"/>
          <a:ext cy="0" cx="0"/>
          <a:chOff y="0" x="0"/>
          <a:chExt cy="0" cx="0"/>
        </a:xfrm>
      </p:grpSpPr>
      <p:pic>
        <p:nvPicPr>
          <p:cNvPr id="120" name="Shape 120"/>
          <p:cNvPicPr preferRelativeResize="0"/>
          <p:nvPr/>
        </p:nvPicPr>
        <p:blipFill>
          <a:blip r:embed="rId3">
            <a:alphaModFix/>
          </a:blip>
          <a:stretch>
            <a:fillRect/>
          </a:stretch>
        </p:blipFill>
        <p:spPr>
          <a:xfrm>
            <a:off y="474425" x="1834225"/>
            <a:ext cy="4503674" cx="5475548"/>
          </a:xfrm>
          <a:prstGeom prst="rect">
            <a:avLst/>
          </a:prstGeom>
          <a:noFill/>
          <a:ln>
            <a:noFill/>
          </a:ln>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4" name="Shape 124"/>
        <p:cNvGrpSpPr/>
        <p:nvPr/>
      </p:nvGrpSpPr>
      <p:grpSpPr>
        <a:xfrm>
          <a:off y="0" x="0"/>
          <a:ext cy="0" cx="0"/>
          <a:chOff y="0" x="0"/>
          <a:chExt cy="0" cx="0"/>
        </a:xfrm>
      </p:grpSpPr>
      <p:sp>
        <p:nvSpPr>
          <p:cNvPr id="125" name="Shape 125"/>
          <p:cNvSpPr txBox="1"/>
          <p:nvPr>
            <p:ph type="ctrTitle"/>
          </p:nvPr>
        </p:nvSpPr>
        <p:spPr>
          <a:xfrm>
            <a:off y="2581592" x="685800"/>
            <a:ext cy="1159799" cx="7772400"/>
          </a:xfrm>
          <a:prstGeom prst="rect">
            <a:avLst/>
          </a:prstGeom>
        </p:spPr>
        <p:txBody>
          <a:bodyPr bIns="91425" rIns="91425" lIns="91425" tIns="91425" anchor="b" anchorCtr="0">
            <a:noAutofit/>
          </a:bodyPr>
          <a:lstStyle/>
          <a:p>
            <a:pPr rtl="0" lvl="0">
              <a:spcBef>
                <a:spcPts val="0"/>
              </a:spcBef>
              <a:buNone/>
            </a:pPr>
            <a:r>
              <a:rPr sz="3600" lang="en"/>
              <a:t>Packages can include wizards</a:t>
            </a:r>
            <a:r>
              <a:rPr lang="en"/>
              <a:t> </a:t>
            </a:r>
            <a:br>
              <a:rPr lang="en"/>
            </a:br>
            <a:r>
              <a:rPr sz="1400" lang="en"/>
              <a:t>(including QnaMarkup integrations!)</a:t>
            </a:r>
            <a:r>
              <a:rPr lang="en"/>
              <a:t> </a:t>
            </a:r>
            <a:br>
              <a:rPr lang="en"/>
            </a:br>
            <a:r>
              <a:rPr sz="3600" lang="en"/>
              <a:t>to help select more appropriate solutions</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9" name="Shape 129"/>
        <p:cNvGrpSpPr/>
        <p:nvPr/>
      </p:nvGrpSpPr>
      <p:grpSpPr>
        <a:xfrm>
          <a:off y="0" x="0"/>
          <a:ext cy="0" cx="0"/>
          <a:chOff y="0" x="0"/>
          <a:chExt cy="0" cx="0"/>
        </a:xfrm>
      </p:grpSpPr>
      <p:pic>
        <p:nvPicPr>
          <p:cNvPr id="130" name="Shape 130"/>
          <p:cNvPicPr preferRelativeResize="0"/>
          <p:nvPr/>
        </p:nvPicPr>
        <p:blipFill>
          <a:blip r:embed="rId3">
            <a:alphaModFix/>
          </a:blip>
          <a:stretch>
            <a:fillRect/>
          </a:stretch>
        </p:blipFill>
        <p:spPr>
          <a:xfrm>
            <a:off y="152400" x="152400"/>
            <a:ext cy="4267200" cx="9039225"/>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4" name="Shape 134"/>
        <p:cNvGrpSpPr/>
        <p:nvPr/>
      </p:nvGrpSpPr>
      <p:grpSpPr>
        <a:xfrm>
          <a:off y="0" x="0"/>
          <a:ext cy="0" cx="0"/>
          <a:chOff y="0" x="0"/>
          <a:chExt cy="0" cx="0"/>
        </a:xfrm>
      </p:grpSpPr>
      <p:sp>
        <p:nvSpPr>
          <p:cNvPr id="135" name="Shape 135"/>
          <p:cNvSpPr txBox="1"/>
          <p:nvPr>
            <p:ph type="ctrTitle"/>
          </p:nvPr>
        </p:nvSpPr>
        <p:spPr>
          <a:xfrm>
            <a:off y="332367" x="685800"/>
            <a:ext cy="1159799" cx="7772400"/>
          </a:xfrm>
          <a:prstGeom prst="rect">
            <a:avLst/>
          </a:prstGeom>
        </p:spPr>
        <p:txBody>
          <a:bodyPr bIns="91425" rIns="91425" lIns="91425" tIns="91425" anchor="b" anchorCtr="0">
            <a:noAutofit/>
          </a:bodyPr>
          <a:lstStyle/>
          <a:p>
            <a:pPr algn="l" rtl="0" lvl="0">
              <a:spcBef>
                <a:spcPts val="0"/>
              </a:spcBef>
              <a:buNone/>
            </a:pPr>
            <a:r>
              <a:rPr lang="en"/>
              <a:t>Core Legal Event triggers.</a:t>
            </a:r>
          </a:p>
        </p:txBody>
      </p:sp>
      <p:sp>
        <p:nvSpPr>
          <p:cNvPr id="136" name="Shape 136"/>
          <p:cNvSpPr txBox="1"/>
          <p:nvPr/>
        </p:nvSpPr>
        <p:spPr>
          <a:xfrm>
            <a:off y="1857150" x="0"/>
            <a:ext cy="3048599" cx="9144000"/>
          </a:xfrm>
          <a:prstGeom prst="rect">
            <a:avLst/>
          </a:prstGeom>
          <a:noFill/>
          <a:ln>
            <a:noFill/>
          </a:ln>
        </p:spPr>
        <p:txBody>
          <a:bodyPr bIns="91425" rIns="91425" lIns="91425" tIns="91425" anchor="ctr" anchorCtr="0">
            <a:noAutofit/>
          </a:bodyPr>
          <a:lstStyle/>
          <a:p>
            <a:pPr algn="ctr" rtl="0">
              <a:spcBef>
                <a:spcPts val="0"/>
              </a:spcBef>
              <a:buNone/>
            </a:pPr>
            <a:r>
              <a:rPr b="1" sz="1800" lang="en">
                <a:solidFill>
                  <a:schemeClr val="dk1"/>
                </a:solidFill>
              </a:rPr>
              <a:t>Allow aggregated data on specific events or outcomes to be shared with the marketplace operator:</a:t>
            </a:r>
          </a:p>
          <a:p>
            <a:pPr algn="ctr" rtl="0" lvl="0">
              <a:spcBef>
                <a:spcPts val="0"/>
              </a:spcBef>
              <a:buNone/>
            </a:pPr>
            <a:r>
              <a:t/>
            </a:r>
            <a:endParaRPr b="1" sz="1800">
              <a:solidFill>
                <a:schemeClr val="dk1"/>
              </a:solidFill>
            </a:endParaRPr>
          </a:p>
          <a:p>
            <a:pPr algn="ctr" rtl="0" lvl="0" indent="-342900" marL="457200">
              <a:spcBef>
                <a:spcPts val="0"/>
              </a:spcBef>
              <a:buClr>
                <a:schemeClr val="dk1"/>
              </a:buClr>
              <a:buSzPct val="100000"/>
              <a:buFont typeface="Arial"/>
              <a:buChar char="●"/>
            </a:pPr>
            <a:r>
              <a:rPr b="1" sz="1800" lang="en">
                <a:solidFill>
                  <a:schemeClr val="dk1"/>
                </a:solidFill>
              </a:rPr>
              <a:t>Formation</a:t>
            </a:r>
          </a:p>
          <a:p>
            <a:pPr algn="ctr" rtl="0" lvl="0" indent="-342900" marL="457200">
              <a:spcBef>
                <a:spcPts val="0"/>
              </a:spcBef>
              <a:buClr>
                <a:schemeClr val="dk1"/>
              </a:buClr>
              <a:buSzPct val="100000"/>
              <a:buFont typeface="Arial"/>
              <a:buChar char="●"/>
            </a:pPr>
            <a:r>
              <a:rPr b="1" sz="1800" lang="en">
                <a:solidFill>
                  <a:schemeClr val="dk1"/>
                </a:solidFill>
              </a:rPr>
              <a:t>Trademark filing</a:t>
            </a:r>
          </a:p>
          <a:p>
            <a:pPr algn="ctr" rtl="0" lvl="0" indent="-342900" marL="457200">
              <a:spcBef>
                <a:spcPts val="0"/>
              </a:spcBef>
              <a:buClr>
                <a:schemeClr val="dk1"/>
              </a:buClr>
              <a:buSzPct val="100000"/>
              <a:buFont typeface="Arial"/>
              <a:buChar char="●"/>
            </a:pPr>
            <a:r>
              <a:rPr b="1" sz="1800" lang="en">
                <a:solidFill>
                  <a:schemeClr val="dk1"/>
                </a:solidFill>
              </a:rPr>
              <a:t>Convertible Note</a:t>
            </a:r>
          </a:p>
          <a:p>
            <a:pPr algn="ctr" rtl="0" lvl="0" indent="-342900" marL="457200">
              <a:spcBef>
                <a:spcPts val="0"/>
              </a:spcBef>
              <a:buClr>
                <a:schemeClr val="dk1"/>
              </a:buClr>
              <a:buSzPct val="100000"/>
              <a:buFont typeface="Arial"/>
              <a:buChar char="●"/>
            </a:pPr>
            <a:r>
              <a:rPr b="1" sz="1800" lang="en">
                <a:solidFill>
                  <a:schemeClr val="dk1"/>
                </a:solidFill>
              </a:rPr>
              <a:t>etc.</a:t>
            </a:r>
          </a:p>
          <a:p>
            <a:pPr algn="ctr" rtl="0">
              <a:spcBef>
                <a:spcPts val="0"/>
              </a:spcBef>
              <a:buNone/>
            </a:pPr>
            <a:r>
              <a:t/>
            </a:r>
            <a:endParaRPr b="1" sz="1800">
              <a:solidFill>
                <a:schemeClr val="dk1"/>
              </a:solidFill>
            </a:endParaRPr>
          </a:p>
          <a:p>
            <a:pPr algn="ctr" rtl="0">
              <a:spcBef>
                <a:spcPts val="0"/>
              </a:spcBef>
              <a:buNone/>
            </a:pPr>
            <a:r>
              <a:rPr b="1" sz="1800" lang="en">
                <a:solidFill>
                  <a:schemeClr val="dk1"/>
                </a:solidFill>
              </a:rPr>
              <a:t>Which neighborhoods are home to more ‘successful’ startups?</a:t>
            </a:r>
          </a:p>
          <a:p>
            <a:pPr algn="ctr" rtl="0">
              <a:spcBef>
                <a:spcPts val="0"/>
              </a:spcBef>
              <a:buNone/>
            </a:pPr>
            <a:r>
              <a:rPr b="1" sz="1800" lang="en">
                <a:solidFill>
                  <a:schemeClr val="dk1"/>
                </a:solidFill>
              </a:rPr>
              <a:t>Which kinds of social enterprise are raising which kinds of funding?</a:t>
            </a:r>
          </a:p>
          <a:p>
            <a:pPr algn="ctr" rtl="0">
              <a:spcBef>
                <a:spcPts val="0"/>
              </a:spcBef>
              <a:buNone/>
            </a:pPr>
            <a:r>
              <a:t/>
            </a:r>
            <a:endParaRPr b="1" sz="1800">
              <a:solidFill>
                <a:schemeClr val="dk1"/>
              </a:solidFill>
            </a:endParaRPr>
          </a:p>
          <a:p>
            <a:pPr algn="ctr" rtl="0" lvl="0">
              <a:spcBef>
                <a:spcPts val="0"/>
              </a:spcBef>
              <a:buNone/>
            </a:pPr>
            <a:r>
              <a:t/>
            </a:r>
            <a:endParaRPr b="1" sz="1800">
              <a:solidFill>
                <a:schemeClr val="dk1"/>
              </a:solidFill>
            </a:endParaRP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0" name="Shape 140"/>
        <p:cNvGrpSpPr/>
        <p:nvPr/>
      </p:nvGrpSpPr>
      <p:grpSpPr>
        <a:xfrm>
          <a:off y="0" x="0"/>
          <a:ext cy="0" cx="0"/>
          <a:chOff y="0" x="0"/>
          <a:chExt cy="0" cx="0"/>
        </a:xfrm>
      </p:grpSpPr>
      <p:sp>
        <p:nvSpPr>
          <p:cNvPr id="141" name="Shape 141"/>
          <p:cNvSpPr txBox="1"/>
          <p:nvPr>
            <p:ph type="ctrTitle"/>
          </p:nvPr>
        </p:nvSpPr>
        <p:spPr>
          <a:xfrm>
            <a:off y="3372892" x="651825"/>
            <a:ext cy="1159799" cx="7772400"/>
          </a:xfrm>
          <a:prstGeom prst="rect">
            <a:avLst/>
          </a:prstGeom>
        </p:spPr>
        <p:txBody>
          <a:bodyPr bIns="91425" rIns="91425" lIns="91425" tIns="91425" anchor="b" anchorCtr="0">
            <a:noAutofit/>
          </a:bodyPr>
          <a:lstStyle/>
          <a:p>
            <a:pPr rtl="0">
              <a:spcBef>
                <a:spcPts val="0"/>
              </a:spcBef>
              <a:buNone/>
            </a:pPr>
            <a:r>
              <a:rPr sz="3600" lang="en"/>
              <a:t>A system design for </a:t>
            </a:r>
            <a:br>
              <a:rPr sz="3600" lang="en"/>
            </a:br>
            <a:r>
              <a:rPr sz="3600" lang="en"/>
              <a:t>trusted legal service marketplaces </a:t>
            </a:r>
            <a:br>
              <a:rPr sz="3600" lang="en"/>
            </a:br>
            <a:r>
              <a:rPr sz="3600" lang="en"/>
              <a:t>to support startup economies</a:t>
            </a:r>
          </a:p>
          <a:p>
            <a:pPr rtl="0" lvl="0" indent="-457200" marL="457200">
              <a:spcBef>
                <a:spcPts val="0"/>
              </a:spcBef>
              <a:buClr>
                <a:schemeClr val="dk1"/>
              </a:buClr>
              <a:buSzPct val="100000"/>
              <a:buFont typeface="Arial"/>
              <a:buChar char="-"/>
            </a:pPr>
            <a:r>
              <a:rPr sz="3600" lang="en"/>
              <a:t>with embedded agreements, standards and data science!</a:t>
            </a:r>
          </a:p>
        </p:txBody>
      </p:sp>
      <p:pic>
        <p:nvPicPr>
          <p:cNvPr id="142" name="Shape 142"/>
          <p:cNvPicPr preferRelativeResize="0"/>
          <p:nvPr/>
        </p:nvPicPr>
        <p:blipFill>
          <a:blip r:embed="rId3">
            <a:alphaModFix/>
          </a:blip>
          <a:stretch>
            <a:fillRect/>
          </a:stretch>
        </p:blipFill>
        <p:spPr>
          <a:xfrm>
            <a:off y="563000" x="2662225"/>
            <a:ext cy="571500" cx="3819525"/>
          </a:xfrm>
          <a:prstGeom prst="rect">
            <a:avLst/>
          </a:prstGeom>
          <a:noFill/>
          <a:ln>
            <a:noFill/>
          </a:ln>
        </p:spPr>
      </p:pic>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ajorFont>
      <a:min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lgn="ctr" cap="flat" cmpd="sng">
          <a:solidFill>
            <a:schemeClr val="phClr">
              <a:shade val="95000"/>
              <a:satMod val="105000"/>
            </a:schemeClr>
          </a:solidFill>
          <a:prstDash val="solid"/>
        </a:ln>
        <a:ln w="25400" algn="ctr" cap="flat" cmpd="sng">
          <a:solidFill>
            <a:schemeClr val="phClr"/>
          </a:solidFill>
          <a:prstDash val="solid"/>
        </a:ln>
        <a:ln w="38100" algn="ctr" cap="flat" cmpd="sng">
          <a:solidFill>
            <a:schemeClr val="phClr"/>
          </a:solidFill>
          <a:prstDash val="solid"/>
        </a:ln>
      </a:lnStyleLst>
      <a:effectStyleLst>
        <a:effectStyle>
          <a:effectLst>
            <a:outerShdw rotWithShape="0" dir="5400000" blurRad="40000" dist="20000">
              <a:srgbClr val="000000">
                <a:alpha val="38000"/>
              </a:srgbClr>
            </a:outerShdw>
          </a:effectLst>
        </a:effectStyle>
        <a:effectStyle>
          <a:effectLst>
            <a:outerShdw rotWithShape="0" dir="5400000" blurRad="40000" dist="23000">
              <a:srgbClr val="000000">
                <a:alpha val="35000"/>
              </a:srgbClr>
            </a:outerShdw>
          </a:effectLst>
        </a:effectStyle>
        <a:effectStyle>
          <a:effectLst>
            <a:outerShdw rotWithShape="0" dir="5400000" blurRad="40000" dist="23000">
              <a:srgbClr val="000000">
                <a:alpha val="35000"/>
              </a:srgbClr>
            </a:outerShdw>
          </a:effectLst>
          <a:scene3d>
            <a:camera prst="orthographicFront">
              <a:rot rev="0" lon="0" lat="0"/>
            </a:camera>
            <a:lightRig dir="t" rig="threePt">
              <a:rot rev="1200000" lon="0" lat="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t="-80000" b="180000" r="50000" l="50000"/>
          </a:path>
        </a:gradFill>
        <a:gradFill rotWithShape="1">
          <a:gsLst>
            <a:gs pos="0">
              <a:schemeClr val="phClr">
                <a:tint val="80000"/>
                <a:satMod val="300000"/>
              </a:schemeClr>
            </a:gs>
            <a:gs pos="100000">
              <a:schemeClr val="phClr">
                <a:shade val="30000"/>
                <a:satMod val="200000"/>
              </a:schemeClr>
            </a:gs>
          </a:gsLst>
          <a:path path="circle">
            <a:fillToRect t="50000" b="50000" r="50000" l="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ajorFont>
      <a:min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lgn="ctr" cap="flat" cmpd="sng">
          <a:solidFill>
            <a:schemeClr val="phClr">
              <a:shade val="95000"/>
              <a:satMod val="105000"/>
            </a:schemeClr>
          </a:solidFill>
          <a:prstDash val="solid"/>
        </a:ln>
        <a:ln w="25400" algn="ctr" cap="flat" cmpd="sng">
          <a:solidFill>
            <a:schemeClr val="phClr"/>
          </a:solidFill>
          <a:prstDash val="solid"/>
        </a:ln>
        <a:ln w="38100" algn="ctr" cap="flat" cmpd="sng">
          <a:solidFill>
            <a:schemeClr val="phClr"/>
          </a:solidFill>
          <a:prstDash val="solid"/>
        </a:ln>
      </a:lnStyleLst>
      <a:effectStyleLst>
        <a:effectStyle>
          <a:effectLst>
            <a:outerShdw rotWithShape="0" dir="5400000" blurRad="40000" dist="20000">
              <a:srgbClr val="000000">
                <a:alpha val="38000"/>
              </a:srgbClr>
            </a:outerShdw>
          </a:effectLst>
        </a:effectStyle>
        <a:effectStyle>
          <a:effectLst>
            <a:outerShdw rotWithShape="0" dir="5400000" blurRad="40000" dist="23000">
              <a:srgbClr val="000000">
                <a:alpha val="35000"/>
              </a:srgbClr>
            </a:outerShdw>
          </a:effectLst>
        </a:effectStyle>
        <a:effectStyle>
          <a:effectLst>
            <a:outerShdw rotWithShape="0" dir="5400000" blurRad="40000" dist="23000">
              <a:srgbClr val="000000">
                <a:alpha val="35000"/>
              </a:srgbClr>
            </a:outerShdw>
          </a:effectLst>
          <a:scene3d>
            <a:camera prst="orthographicFront">
              <a:rot rev="0" lon="0" lat="0"/>
            </a:camera>
            <a:lightRig dir="t" rig="threePt">
              <a:rot rev="1200000" lon="0" lat="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t="-80000" b="180000" r="50000" l="50000"/>
          </a:path>
        </a:gradFill>
        <a:gradFill rotWithShape="1">
          <a:gsLst>
            <a:gs pos="0">
              <a:schemeClr val="phClr">
                <a:tint val="80000"/>
                <a:satMod val="300000"/>
              </a:schemeClr>
            </a:gs>
            <a:gs pos="100000">
              <a:schemeClr val="phClr">
                <a:shade val="30000"/>
                <a:satMod val="200000"/>
              </a:schemeClr>
            </a:gs>
          </a:gsLst>
          <a:path path="circle">
            <a:fillToRect t="50000" b="50000" r="50000" l="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ajorFont>
      <a:minorFont>
        <a:latin typeface="Arial"/>
        <a:ea typeface=""/>
        <a:cs typeface=""/>
        <a:font typeface="ＭＳ Ｐゴシック" script="Jpan"/>
        <a:font typeface="맑은 고딕" script="Hang"/>
        <a:font typeface="宋体" script="Hans"/>
        <a:font typeface="新細明體" script="Hant"/>
        <a:font typeface="Times New Roman" script="Arab"/>
        <a:font typeface="Times New Roman" script="Hebr"/>
        <a:font typeface="Angsana New" script="Thai"/>
        <a:font typeface="Nyala" script="Ethi"/>
        <a:font typeface="Vrinda" script="Beng"/>
        <a:font typeface="Shruti" script="Gujr"/>
        <a:font typeface="MoolBoran" script="Khmr"/>
        <a:font typeface="Tunga" script="Knda"/>
        <a:font typeface="Raavi" script="Guru"/>
        <a:font typeface="Euphemia" script="Cans"/>
        <a:font typeface="Plantagenet Cherokee" script="Cher"/>
        <a:font typeface="Microsoft Yi Baiti" script="Yiii"/>
        <a:font typeface="Microsoft Himalaya" script="Tibt"/>
        <a:font typeface="MV Boli" script="Thaa"/>
        <a:font typeface="Mangal" script="Deva"/>
        <a:font typeface="Gautami" script="Telu"/>
        <a:font typeface="Latha" script="Taml"/>
        <a:font typeface="Estrangelo Edessa" script="Syrc"/>
        <a:font typeface="Kalinga" script="Orya"/>
        <a:font typeface="Kartika" script="Mlym"/>
        <a:font typeface="DokChampa" script="Laoo"/>
        <a:font typeface="Iskoola Pota" script="Sinh"/>
        <a:font typeface="Mongolian Baiti" script="Mong"/>
        <a:font typeface="Times New Roman" script="Viet"/>
        <a:font typeface="Microsoft Uighur" script="Uigh"/>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lgn="ctr" cap="flat" cmpd="sng">
          <a:solidFill>
            <a:schemeClr val="phClr">
              <a:shade val="95000"/>
              <a:satMod val="105000"/>
            </a:schemeClr>
          </a:solidFill>
          <a:prstDash val="solid"/>
        </a:ln>
        <a:ln w="25400" algn="ctr" cap="flat" cmpd="sng">
          <a:solidFill>
            <a:schemeClr val="phClr"/>
          </a:solidFill>
          <a:prstDash val="solid"/>
        </a:ln>
        <a:ln w="38100" algn="ctr" cap="flat" cmpd="sng">
          <a:solidFill>
            <a:schemeClr val="phClr"/>
          </a:solidFill>
          <a:prstDash val="solid"/>
        </a:ln>
      </a:lnStyleLst>
      <a:effectStyleLst>
        <a:effectStyle>
          <a:effectLst>
            <a:outerShdw rotWithShape="0" dir="5400000" blurRad="40000" dist="20000">
              <a:srgbClr val="000000">
                <a:alpha val="38000"/>
              </a:srgbClr>
            </a:outerShdw>
          </a:effectLst>
        </a:effectStyle>
        <a:effectStyle>
          <a:effectLst>
            <a:outerShdw rotWithShape="0" dir="5400000" blurRad="40000" dist="23000">
              <a:srgbClr val="000000">
                <a:alpha val="35000"/>
              </a:srgbClr>
            </a:outerShdw>
          </a:effectLst>
        </a:effectStyle>
        <a:effectStyle>
          <a:effectLst>
            <a:outerShdw rotWithShape="0" dir="5400000" blurRad="40000" dist="23000">
              <a:srgbClr val="000000">
                <a:alpha val="35000"/>
              </a:srgbClr>
            </a:outerShdw>
          </a:effectLst>
          <a:scene3d>
            <a:camera prst="orthographicFront">
              <a:rot rev="0" lon="0" lat="0"/>
            </a:camera>
            <a:lightRig dir="t" rig="threePt">
              <a:rot rev="1200000" lon="0" lat="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t="-80000" b="180000" r="50000" l="50000"/>
          </a:path>
        </a:gradFill>
        <a:gradFill rotWithShape="1">
          <a:gsLst>
            <a:gs pos="0">
              <a:schemeClr val="phClr">
                <a:tint val="80000"/>
                <a:satMod val="300000"/>
              </a:schemeClr>
            </a:gs>
            <a:gs pos="100000">
              <a:schemeClr val="phClr">
                <a:shade val="30000"/>
                <a:satMod val="200000"/>
              </a:schemeClr>
            </a:gs>
          </a:gsLst>
          <a:path path="circle">
            <a:fillToRect t="50000" b="50000" r="50000" l="50000"/>
          </a:path>
        </a:gradFill>
      </a:bgFillStyleLst>
    </a:fmtScheme>
  </a:themeElements>
</a:theme>
</file>